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66" r:id="rId5"/>
    <p:sldId id="275" r:id="rId6"/>
    <p:sldId id="267" r:id="rId7"/>
    <p:sldId id="274" r:id="rId8"/>
    <p:sldId id="273" r:id="rId9"/>
    <p:sldId id="269" r:id="rId10"/>
    <p:sldId id="270" r:id="rId11"/>
    <p:sldId id="271" r:id="rId12"/>
    <p:sldId id="272" r:id="rId13"/>
  </p:sldIdLst>
  <p:sldSz cx="12192000" cy="6858000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RF Dewi Expanded Black" panose="00000A05000000000000" charset="-52"/>
      <p:bold r:id="rId20"/>
      <p:boldItalic r:id="rId21"/>
    </p:embeddedFont>
    <p:embeddedFont>
      <p:font typeface="Roboto" panose="02000000000000000000" pitchFamily="2" charset="0"/>
      <p:regular r:id="rId22"/>
      <p:bold r:id="rId23"/>
      <p:italic r:id="rId24"/>
      <p:boldItalic r:id="rId25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25B1"/>
    <a:srgbClr val="C074D8"/>
    <a:srgbClr val="E6E6E6"/>
    <a:srgbClr val="7160D1"/>
    <a:srgbClr val="3E64DA"/>
    <a:srgbClr val="333EC7"/>
    <a:srgbClr val="FFFFFF"/>
    <a:srgbClr val="252CB1"/>
    <a:srgbClr val="BA3C63"/>
    <a:srgbClr val="E6D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Средний стиль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53" autoAdjust="0"/>
    <p:restoredTop sz="94660" autoAdjust="0"/>
  </p:normalViewPr>
  <p:slideViewPr>
    <p:cSldViewPr snapToGrid="0" showGuides="1">
      <p:cViewPr varScale="1">
        <p:scale>
          <a:sx n="86" d="100"/>
          <a:sy n="86" d="100"/>
        </p:scale>
        <p:origin x="605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6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9.fntdata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23" Type="http://schemas.openxmlformats.org/officeDocument/2006/relationships/font" Target="fonts/font8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7.fntdata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37AB5187-0CE0-40DB-91C9-657F0AB02D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B94E1EA-C093-47BE-9655-24A6349B6DC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FA5022-96C1-4A30-B3BD-7892E1C14C40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969FA7F-74DA-488A-9B0D-25B5F6E68DE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15C5783-6D63-4D3C-A183-1624CA34523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F054AC-7020-46ED-9CA5-D627D8DCB4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787387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CF4841-BE9B-4A6B-B45F-4A82F89BB95D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94E9DE-C71A-4B58-BB1E-F0FAA177BF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817205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w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" y="0"/>
            <a:ext cx="12185905" cy="6858000"/>
          </a:xfrm>
          <a:prstGeom prst="rect">
            <a:avLst/>
          </a:prstGeom>
        </p:spPr>
      </p:pic>
      <p:sp>
        <p:nvSpPr>
          <p:cNvPr id="10" name="Заголовок 9"/>
          <p:cNvSpPr>
            <a:spLocks noGrp="1"/>
          </p:cNvSpPr>
          <p:nvPr>
            <p:ph type="title" hasCustomPrompt="1"/>
          </p:nvPr>
        </p:nvSpPr>
        <p:spPr>
          <a:xfrm>
            <a:off x="838199" y="1558412"/>
            <a:ext cx="10515600" cy="132556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ПРЕЗЕНТАЦИИ</a:t>
            </a:r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6939" y="544378"/>
            <a:ext cx="2218325" cy="960572"/>
          </a:xfrm>
          <a:prstGeom prst="rect">
            <a:avLst/>
          </a:prstGeom>
        </p:spPr>
      </p:pic>
      <p:sp>
        <p:nvSpPr>
          <p:cNvPr id="6" name="Текст 5"/>
          <p:cNvSpPr>
            <a:spLocks noGrp="1"/>
          </p:cNvSpPr>
          <p:nvPr>
            <p:ph type="body" sz="quarter" idx="13" hasCustomPrompt="1"/>
          </p:nvPr>
        </p:nvSpPr>
        <p:spPr>
          <a:xfrm>
            <a:off x="838199" y="2883975"/>
            <a:ext cx="10515600" cy="854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Здесь подзаголовок, тезис, цитата. </a:t>
            </a:r>
          </a:p>
          <a:p>
            <a:pPr lvl="0"/>
            <a:r>
              <a:rPr lang="ru-RU" dirty="0"/>
              <a:t>Если заголовок больше 3 слов, то лучше без «</a:t>
            </a:r>
            <a:r>
              <a:rPr lang="ru-RU" dirty="0" err="1"/>
              <a:t>капса</a:t>
            </a:r>
            <a:r>
              <a:rPr lang="ru-RU" dirty="0"/>
              <a:t>»</a:t>
            </a:r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4875494"/>
            <a:ext cx="5678488" cy="3762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Имя и фамилия спикера</a:t>
            </a:r>
          </a:p>
        </p:txBody>
      </p:sp>
      <p:sp>
        <p:nvSpPr>
          <p:cNvPr id="11" name="Текст 10"/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5360988"/>
            <a:ext cx="5678488" cy="412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Должность</a:t>
            </a:r>
          </a:p>
        </p:txBody>
      </p:sp>
    </p:spTree>
    <p:extLst>
      <p:ext uri="{BB962C8B-B14F-4D97-AF65-F5344CB8AC3E}">
        <p14:creationId xmlns:p14="http://schemas.microsoft.com/office/powerpoint/2010/main" val="242887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" y="0"/>
            <a:ext cx="12185905" cy="6858000"/>
          </a:xfrm>
          <a:prstGeom prst="rect">
            <a:avLst/>
          </a:prstGeom>
        </p:spPr>
      </p:pic>
      <p:sp>
        <p:nvSpPr>
          <p:cNvPr id="10" name="Заголовок 9"/>
          <p:cNvSpPr>
            <a:spLocks noGrp="1"/>
          </p:cNvSpPr>
          <p:nvPr>
            <p:ph type="title" hasCustomPrompt="1"/>
          </p:nvPr>
        </p:nvSpPr>
        <p:spPr>
          <a:xfrm>
            <a:off x="838199" y="1558412"/>
            <a:ext cx="10515600" cy="132556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ПРЕЗЕНТАЦИИ</a:t>
            </a:r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6939" y="544378"/>
            <a:ext cx="2218325" cy="960572"/>
          </a:xfrm>
          <a:prstGeom prst="rect">
            <a:avLst/>
          </a:prstGeom>
        </p:spPr>
      </p:pic>
      <p:sp>
        <p:nvSpPr>
          <p:cNvPr id="6" name="Текст 5"/>
          <p:cNvSpPr>
            <a:spLocks noGrp="1"/>
          </p:cNvSpPr>
          <p:nvPr>
            <p:ph type="body" sz="quarter" idx="13" hasCustomPrompt="1"/>
          </p:nvPr>
        </p:nvSpPr>
        <p:spPr>
          <a:xfrm>
            <a:off x="838199" y="2883975"/>
            <a:ext cx="10515600" cy="854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Здесь подзаголовок, тезис, цитата. </a:t>
            </a:r>
          </a:p>
          <a:p>
            <a:pPr lvl="0"/>
            <a:r>
              <a:rPr lang="ru-RU" dirty="0"/>
              <a:t>Если заголовок больше 3 слов, то лучше без «</a:t>
            </a:r>
            <a:r>
              <a:rPr lang="ru-RU" dirty="0" err="1"/>
              <a:t>капса</a:t>
            </a:r>
            <a:r>
              <a:rPr lang="ru-RU" dirty="0"/>
              <a:t>»</a:t>
            </a:r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14" hasCustomPrompt="1"/>
          </p:nvPr>
        </p:nvSpPr>
        <p:spPr>
          <a:xfrm>
            <a:off x="4684059" y="4875494"/>
            <a:ext cx="5678488" cy="3762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Имя и фамилия спикера</a:t>
            </a:r>
          </a:p>
        </p:txBody>
      </p:sp>
      <p:sp>
        <p:nvSpPr>
          <p:cNvPr id="11" name="Текст 10"/>
          <p:cNvSpPr>
            <a:spLocks noGrp="1"/>
          </p:cNvSpPr>
          <p:nvPr>
            <p:ph type="body" sz="quarter" idx="15" hasCustomPrompt="1"/>
          </p:nvPr>
        </p:nvSpPr>
        <p:spPr>
          <a:xfrm>
            <a:off x="4684059" y="5360988"/>
            <a:ext cx="5678488" cy="412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9" name="Рисунок 3"/>
          <p:cNvSpPr>
            <a:spLocks noGrp="1"/>
          </p:cNvSpPr>
          <p:nvPr>
            <p:ph type="pic" sz="quarter" idx="16" hasCustomPrompt="1"/>
          </p:nvPr>
        </p:nvSpPr>
        <p:spPr>
          <a:xfrm>
            <a:off x="838199" y="4169802"/>
            <a:ext cx="2554288" cy="23932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Фото спикера</a:t>
            </a:r>
          </a:p>
        </p:txBody>
      </p:sp>
    </p:spTree>
    <p:extLst>
      <p:ext uri="{BB962C8B-B14F-4D97-AF65-F5344CB8AC3E}">
        <p14:creationId xmlns:p14="http://schemas.microsoft.com/office/powerpoint/2010/main" val="818320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 выступления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838200" y="495754"/>
            <a:ext cx="10515600" cy="59093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3600" baseline="0">
                <a:solidFill>
                  <a:srgbClr val="4225B1"/>
                </a:solidFill>
              </a:defRPr>
            </a:lvl1pPr>
          </a:lstStyle>
          <a:p>
            <a:r>
              <a:rPr lang="ru-RU" dirty="0"/>
              <a:t>Структура доклада</a:t>
            </a: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569364"/>
            <a:ext cx="10515600" cy="3836988"/>
          </a:xfrm>
          <a:prstGeom prst="rect">
            <a:avLst/>
          </a:prstGeom>
        </p:spPr>
        <p:txBody>
          <a:bodyPr/>
          <a:lstStyle>
            <a:lvl1pPr marL="457200" indent="-457200">
              <a:buAutoNum type="arabicPeriod"/>
              <a:defRPr sz="2400" baseline="0"/>
            </a:lvl1pPr>
          </a:lstStyle>
          <a:p>
            <a:pPr lvl="0"/>
            <a:r>
              <a:rPr lang="ru-RU" dirty="0"/>
              <a:t>Название раздела</a:t>
            </a:r>
          </a:p>
          <a:p>
            <a:pPr lvl="0"/>
            <a:r>
              <a:rPr lang="ru-RU" dirty="0"/>
              <a:t>Название раздела</a:t>
            </a:r>
          </a:p>
          <a:p>
            <a:pPr lvl="0"/>
            <a:r>
              <a:rPr lang="ru-RU" dirty="0"/>
              <a:t>Название раздела</a:t>
            </a:r>
          </a:p>
          <a:p>
            <a:pPr lvl="0"/>
            <a:r>
              <a:rPr lang="ru-RU" dirty="0"/>
              <a:t>Название раздела</a:t>
            </a:r>
          </a:p>
          <a:p>
            <a:pPr lvl="0"/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68" y="6443810"/>
            <a:ext cx="11534632" cy="24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3557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 выступления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564060"/>
            <a:ext cx="2900363" cy="5102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4225B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2074301"/>
            <a:ext cx="2900363" cy="6556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aseline="0"/>
            </a:lvl1pPr>
          </a:lstStyle>
          <a:p>
            <a:pPr lvl="0"/>
            <a:r>
              <a:rPr lang="ru-RU" dirty="0"/>
              <a:t>Название раздела</a:t>
            </a:r>
          </a:p>
        </p:txBody>
      </p:sp>
      <p:sp>
        <p:nvSpPr>
          <p:cNvPr id="9" name="Текст 4"/>
          <p:cNvSpPr>
            <a:spLocks noGrp="1"/>
          </p:cNvSpPr>
          <p:nvPr>
            <p:ph type="body" sz="quarter" idx="12" hasCustomPrompt="1"/>
          </p:nvPr>
        </p:nvSpPr>
        <p:spPr>
          <a:xfrm>
            <a:off x="4645818" y="1564060"/>
            <a:ext cx="2900363" cy="5102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4225B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10" name="Текст 7"/>
          <p:cNvSpPr>
            <a:spLocks noGrp="1"/>
          </p:cNvSpPr>
          <p:nvPr>
            <p:ph type="body" sz="quarter" idx="13" hasCustomPrompt="1"/>
          </p:nvPr>
        </p:nvSpPr>
        <p:spPr>
          <a:xfrm>
            <a:off x="4645818" y="2074301"/>
            <a:ext cx="2900363" cy="6556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aseline="0"/>
            </a:lvl1pPr>
          </a:lstStyle>
          <a:p>
            <a:pPr lvl="0"/>
            <a:r>
              <a:rPr lang="ru-RU" dirty="0"/>
              <a:t>Название раздела</a:t>
            </a:r>
          </a:p>
        </p:txBody>
      </p:sp>
      <p:sp>
        <p:nvSpPr>
          <p:cNvPr id="11" name="Текст 4"/>
          <p:cNvSpPr>
            <a:spLocks noGrp="1"/>
          </p:cNvSpPr>
          <p:nvPr>
            <p:ph type="body" sz="quarter" idx="14" hasCustomPrompt="1"/>
          </p:nvPr>
        </p:nvSpPr>
        <p:spPr>
          <a:xfrm>
            <a:off x="8453437" y="1564060"/>
            <a:ext cx="2900363" cy="5102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4225B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12" name="Текст 7"/>
          <p:cNvSpPr>
            <a:spLocks noGrp="1"/>
          </p:cNvSpPr>
          <p:nvPr>
            <p:ph type="body" sz="quarter" idx="15" hasCustomPrompt="1"/>
          </p:nvPr>
        </p:nvSpPr>
        <p:spPr>
          <a:xfrm>
            <a:off x="8453437" y="2074301"/>
            <a:ext cx="2900363" cy="6556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aseline="0"/>
            </a:lvl1pPr>
          </a:lstStyle>
          <a:p>
            <a:pPr lvl="0"/>
            <a:r>
              <a:rPr lang="ru-RU" dirty="0"/>
              <a:t>Название раздела</a:t>
            </a:r>
          </a:p>
        </p:txBody>
      </p:sp>
      <p:sp>
        <p:nvSpPr>
          <p:cNvPr id="15" name="Текст 4"/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3599048"/>
            <a:ext cx="2900363" cy="5102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4225B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16" name="Текст 7"/>
          <p:cNvSpPr>
            <a:spLocks noGrp="1"/>
          </p:cNvSpPr>
          <p:nvPr>
            <p:ph type="body" sz="quarter" idx="17" hasCustomPrompt="1"/>
          </p:nvPr>
        </p:nvSpPr>
        <p:spPr>
          <a:xfrm>
            <a:off x="838200" y="4109289"/>
            <a:ext cx="2900363" cy="6556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aseline="0"/>
            </a:lvl1pPr>
          </a:lstStyle>
          <a:p>
            <a:pPr lvl="0"/>
            <a:r>
              <a:rPr lang="ru-RU" dirty="0"/>
              <a:t>Название раздела</a:t>
            </a:r>
          </a:p>
        </p:txBody>
      </p:sp>
      <p:sp>
        <p:nvSpPr>
          <p:cNvPr id="17" name="Текст 4"/>
          <p:cNvSpPr>
            <a:spLocks noGrp="1"/>
          </p:cNvSpPr>
          <p:nvPr>
            <p:ph type="body" sz="quarter" idx="18" hasCustomPrompt="1"/>
          </p:nvPr>
        </p:nvSpPr>
        <p:spPr>
          <a:xfrm>
            <a:off x="4645818" y="3599048"/>
            <a:ext cx="2900363" cy="5102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4225B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18" name="Текст 7"/>
          <p:cNvSpPr>
            <a:spLocks noGrp="1"/>
          </p:cNvSpPr>
          <p:nvPr>
            <p:ph type="body" sz="quarter" idx="19" hasCustomPrompt="1"/>
          </p:nvPr>
        </p:nvSpPr>
        <p:spPr>
          <a:xfrm>
            <a:off x="4645818" y="4109289"/>
            <a:ext cx="2900363" cy="6556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aseline="0"/>
            </a:lvl1pPr>
          </a:lstStyle>
          <a:p>
            <a:pPr lvl="0"/>
            <a:r>
              <a:rPr lang="ru-RU" dirty="0"/>
              <a:t>Название раздела</a:t>
            </a:r>
          </a:p>
        </p:txBody>
      </p:sp>
      <p:sp>
        <p:nvSpPr>
          <p:cNvPr id="19" name="Текст 4"/>
          <p:cNvSpPr>
            <a:spLocks noGrp="1"/>
          </p:cNvSpPr>
          <p:nvPr>
            <p:ph type="body" sz="quarter" idx="20" hasCustomPrompt="1"/>
          </p:nvPr>
        </p:nvSpPr>
        <p:spPr>
          <a:xfrm>
            <a:off x="8453437" y="3599048"/>
            <a:ext cx="2900363" cy="5102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4225B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  <p:sp>
        <p:nvSpPr>
          <p:cNvPr id="20" name="Текст 7"/>
          <p:cNvSpPr>
            <a:spLocks noGrp="1"/>
          </p:cNvSpPr>
          <p:nvPr>
            <p:ph type="body" sz="quarter" idx="21" hasCustomPrompt="1"/>
          </p:nvPr>
        </p:nvSpPr>
        <p:spPr>
          <a:xfrm>
            <a:off x="8453437" y="4109289"/>
            <a:ext cx="2900363" cy="6556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aseline="0"/>
            </a:lvl1pPr>
          </a:lstStyle>
          <a:p>
            <a:pPr lvl="0"/>
            <a:r>
              <a:rPr lang="ru-RU" dirty="0"/>
              <a:t>Название раздела</a:t>
            </a:r>
          </a:p>
        </p:txBody>
      </p:sp>
      <p:pic>
        <p:nvPicPr>
          <p:cNvPr id="21" name="Рисунок 2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68" y="6443810"/>
            <a:ext cx="11534632" cy="243861"/>
          </a:xfrm>
          <a:prstGeom prst="rect">
            <a:avLst/>
          </a:prstGeom>
        </p:spPr>
      </p:pic>
      <p:sp>
        <p:nvSpPr>
          <p:cNvPr id="22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838200" y="495754"/>
            <a:ext cx="10515600" cy="59093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3600" baseline="0">
                <a:solidFill>
                  <a:srgbClr val="4225B1"/>
                </a:solidFill>
              </a:defRPr>
            </a:lvl1pPr>
          </a:lstStyle>
          <a:p>
            <a:r>
              <a:rPr lang="ru-RU" dirty="0"/>
              <a:t>Структура доклада</a:t>
            </a:r>
          </a:p>
        </p:txBody>
      </p:sp>
    </p:spTree>
    <p:extLst>
      <p:ext uri="{BB962C8B-B14F-4D97-AF65-F5344CB8AC3E}">
        <p14:creationId xmlns:p14="http://schemas.microsoft.com/office/powerpoint/2010/main" val="3373508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 выступления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4"/>
          <p:cNvSpPr>
            <a:spLocks noGrp="1"/>
          </p:cNvSpPr>
          <p:nvPr>
            <p:ph type="body" sz="quarter" idx="16" hasCustomPrompt="1"/>
          </p:nvPr>
        </p:nvSpPr>
        <p:spPr>
          <a:xfrm>
            <a:off x="838199" y="3603438"/>
            <a:ext cx="4459941" cy="88537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solidFill>
                  <a:srgbClr val="4225B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  <a:p>
            <a:pPr lvl="0"/>
            <a:endParaRPr lang="ru-RU" dirty="0"/>
          </a:p>
        </p:txBody>
      </p:sp>
      <p:sp>
        <p:nvSpPr>
          <p:cNvPr id="16" name="Текст 7"/>
          <p:cNvSpPr>
            <a:spLocks noGrp="1"/>
          </p:cNvSpPr>
          <p:nvPr>
            <p:ph type="body" sz="quarter" idx="17" hasCustomPrompt="1"/>
          </p:nvPr>
        </p:nvSpPr>
        <p:spPr>
          <a:xfrm>
            <a:off x="838199" y="4113679"/>
            <a:ext cx="4459941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000" baseline="0"/>
            </a:lvl1pPr>
          </a:lstStyle>
          <a:p>
            <a:pPr lvl="0"/>
            <a:r>
              <a:rPr lang="ru-RU" dirty="0"/>
              <a:t>Название раздела</a:t>
            </a:r>
          </a:p>
        </p:txBody>
      </p:sp>
      <p:pic>
        <p:nvPicPr>
          <p:cNvPr id="21" name="Рисунок 2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68" y="6443810"/>
            <a:ext cx="11534632" cy="243861"/>
          </a:xfrm>
          <a:prstGeom prst="rect">
            <a:avLst/>
          </a:prstGeom>
        </p:spPr>
      </p:pic>
      <p:sp>
        <p:nvSpPr>
          <p:cNvPr id="14" name="Текст 4"/>
          <p:cNvSpPr>
            <a:spLocks noGrp="1"/>
          </p:cNvSpPr>
          <p:nvPr>
            <p:ph type="body" sz="quarter" idx="20" hasCustomPrompt="1"/>
          </p:nvPr>
        </p:nvSpPr>
        <p:spPr>
          <a:xfrm>
            <a:off x="6893859" y="3603438"/>
            <a:ext cx="4459941" cy="88537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solidFill>
                  <a:srgbClr val="4225B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  <a:p>
            <a:pPr lvl="0"/>
            <a:endParaRPr lang="ru-RU" dirty="0"/>
          </a:p>
        </p:txBody>
      </p:sp>
      <p:sp>
        <p:nvSpPr>
          <p:cNvPr id="19" name="Текст 7"/>
          <p:cNvSpPr>
            <a:spLocks noGrp="1"/>
          </p:cNvSpPr>
          <p:nvPr>
            <p:ph type="body" sz="quarter" idx="21" hasCustomPrompt="1"/>
          </p:nvPr>
        </p:nvSpPr>
        <p:spPr>
          <a:xfrm>
            <a:off x="6893859" y="4113679"/>
            <a:ext cx="4459941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000" baseline="0"/>
            </a:lvl1pPr>
          </a:lstStyle>
          <a:p>
            <a:pPr lvl="0"/>
            <a:r>
              <a:rPr lang="ru-RU" dirty="0"/>
              <a:t>Название раздела</a:t>
            </a:r>
          </a:p>
        </p:txBody>
      </p:sp>
      <p:sp>
        <p:nvSpPr>
          <p:cNvPr id="17" name="Текст 4"/>
          <p:cNvSpPr>
            <a:spLocks noGrp="1"/>
          </p:cNvSpPr>
          <p:nvPr>
            <p:ph type="body" sz="quarter" idx="22" hasCustomPrompt="1"/>
          </p:nvPr>
        </p:nvSpPr>
        <p:spPr>
          <a:xfrm>
            <a:off x="838199" y="1566863"/>
            <a:ext cx="4459941" cy="88537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solidFill>
                  <a:srgbClr val="4225B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  <a:p>
            <a:pPr lvl="0"/>
            <a:endParaRPr lang="ru-RU" dirty="0"/>
          </a:p>
        </p:txBody>
      </p:sp>
      <p:sp>
        <p:nvSpPr>
          <p:cNvPr id="18" name="Текст 7"/>
          <p:cNvSpPr>
            <a:spLocks noGrp="1"/>
          </p:cNvSpPr>
          <p:nvPr>
            <p:ph type="body" sz="quarter" idx="23" hasCustomPrompt="1"/>
          </p:nvPr>
        </p:nvSpPr>
        <p:spPr>
          <a:xfrm>
            <a:off x="838199" y="2077104"/>
            <a:ext cx="4459941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000" baseline="0"/>
            </a:lvl1pPr>
          </a:lstStyle>
          <a:p>
            <a:pPr lvl="0"/>
            <a:r>
              <a:rPr lang="ru-RU" dirty="0"/>
              <a:t>Название раздела</a:t>
            </a:r>
          </a:p>
        </p:txBody>
      </p:sp>
      <p:sp>
        <p:nvSpPr>
          <p:cNvPr id="20" name="Текст 4"/>
          <p:cNvSpPr>
            <a:spLocks noGrp="1"/>
          </p:cNvSpPr>
          <p:nvPr>
            <p:ph type="body" sz="quarter" idx="24" hasCustomPrompt="1"/>
          </p:nvPr>
        </p:nvSpPr>
        <p:spPr>
          <a:xfrm>
            <a:off x="6893859" y="1566863"/>
            <a:ext cx="4459941" cy="88537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solidFill>
                  <a:srgbClr val="4225B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  <a:p>
            <a:pPr lvl="0"/>
            <a:endParaRPr lang="ru-RU" dirty="0"/>
          </a:p>
        </p:txBody>
      </p:sp>
      <p:sp>
        <p:nvSpPr>
          <p:cNvPr id="22" name="Текст 7"/>
          <p:cNvSpPr>
            <a:spLocks noGrp="1"/>
          </p:cNvSpPr>
          <p:nvPr>
            <p:ph type="body" sz="quarter" idx="25" hasCustomPrompt="1"/>
          </p:nvPr>
        </p:nvSpPr>
        <p:spPr>
          <a:xfrm>
            <a:off x="6893859" y="2077104"/>
            <a:ext cx="4459941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000" baseline="0"/>
            </a:lvl1pPr>
          </a:lstStyle>
          <a:p>
            <a:pPr lvl="0"/>
            <a:r>
              <a:rPr lang="ru-RU" dirty="0"/>
              <a:t>Название раздела</a:t>
            </a:r>
          </a:p>
        </p:txBody>
      </p:sp>
      <p:sp>
        <p:nvSpPr>
          <p:cNvPr id="23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838200" y="495754"/>
            <a:ext cx="10515600" cy="59093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3600" baseline="0">
                <a:solidFill>
                  <a:srgbClr val="4225B1"/>
                </a:solidFill>
              </a:defRPr>
            </a:lvl1pPr>
          </a:lstStyle>
          <a:p>
            <a:r>
              <a:rPr lang="ru-RU" dirty="0"/>
              <a:t>Структура доклада</a:t>
            </a:r>
          </a:p>
        </p:txBody>
      </p:sp>
    </p:spTree>
    <p:extLst>
      <p:ext uri="{BB962C8B-B14F-4D97-AF65-F5344CB8AC3E}">
        <p14:creationId xmlns:p14="http://schemas.microsoft.com/office/powerpoint/2010/main" val="2679221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для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Заголовок 3"/>
          <p:cNvSpPr>
            <a:spLocks noGrp="1"/>
          </p:cNvSpPr>
          <p:nvPr>
            <p:ph type="title" hasCustomPrompt="1"/>
          </p:nvPr>
        </p:nvSpPr>
        <p:spPr>
          <a:xfrm>
            <a:off x="838199" y="2391148"/>
            <a:ext cx="7095565" cy="1325563"/>
          </a:xfrm>
          <a:prstGeom prst="rect">
            <a:avLst/>
          </a:prstGeom>
        </p:spPr>
        <p:txBody>
          <a:bodyPr/>
          <a:lstStyle>
            <a:lvl1pPr>
              <a:defRPr sz="360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РАЗДЕЛА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1" hasCustomPrompt="1"/>
          </p:nvPr>
        </p:nvSpPr>
        <p:spPr>
          <a:xfrm>
            <a:off x="838199" y="3716711"/>
            <a:ext cx="7095565" cy="1339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Здесь подзаголовок, тезис, цитата. Если заголовок больше 3 слов, то лучше без «</a:t>
            </a:r>
            <a:r>
              <a:rPr lang="ru-RU" dirty="0" err="1"/>
              <a:t>капса</a:t>
            </a:r>
            <a:r>
              <a:rPr lang="ru-RU" dirty="0"/>
              <a:t>»</a:t>
            </a:r>
          </a:p>
        </p:txBody>
      </p:sp>
    </p:spTree>
    <p:extLst>
      <p:ext uri="{BB962C8B-B14F-4D97-AF65-F5344CB8AC3E}">
        <p14:creationId xmlns:p14="http://schemas.microsoft.com/office/powerpoint/2010/main" val="1234350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в одну строку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 6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569362"/>
            <a:ext cx="10515600" cy="38369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/>
            </a:lvl1pPr>
          </a:lstStyle>
          <a:p>
            <a:pPr lvl="0"/>
            <a:r>
              <a:rPr lang="ru-RU" dirty="0"/>
              <a:t>На всех слайдах используйте один и тот же шрифт: </a:t>
            </a:r>
            <a:br>
              <a:rPr lang="ru-RU" dirty="0"/>
            </a:br>
            <a:r>
              <a:rPr lang="ru-RU" dirty="0"/>
              <a:t>для заголовков – </a:t>
            </a:r>
            <a:r>
              <a:rPr lang="en-US" dirty="0"/>
              <a:t>RF </a:t>
            </a:r>
            <a:r>
              <a:rPr lang="en-US" dirty="0" err="1"/>
              <a:t>Dewi</a:t>
            </a:r>
            <a:r>
              <a:rPr lang="en-US" dirty="0"/>
              <a:t> Expanded Black </a:t>
            </a:r>
            <a:r>
              <a:rPr lang="ru-RU" dirty="0"/>
              <a:t>36 пунктов, </a:t>
            </a:r>
            <a:br>
              <a:rPr lang="ru-RU" dirty="0"/>
            </a:br>
            <a:r>
              <a:rPr lang="ru-RU" dirty="0"/>
              <a:t>для подзаголовков – </a:t>
            </a:r>
            <a:r>
              <a:rPr lang="en-US" dirty="0" err="1"/>
              <a:t>Roboto</a:t>
            </a:r>
            <a:r>
              <a:rPr lang="en-US" dirty="0"/>
              <a:t> </a:t>
            </a:r>
            <a:r>
              <a:rPr lang="ru-RU" dirty="0"/>
              <a:t>24 пункта или </a:t>
            </a:r>
            <a:r>
              <a:rPr lang="en-US" dirty="0"/>
              <a:t>RF </a:t>
            </a:r>
            <a:r>
              <a:rPr lang="en-US" dirty="0" err="1"/>
              <a:t>Dewi</a:t>
            </a:r>
            <a:r>
              <a:rPr lang="en-US" dirty="0"/>
              <a:t> Expanded Black </a:t>
            </a:r>
            <a:r>
              <a:rPr lang="ru-RU" dirty="0"/>
              <a:t>24-28 пунктов </a:t>
            </a:r>
            <a:br>
              <a:rPr lang="ru-RU" dirty="0"/>
            </a:br>
            <a:r>
              <a:rPr lang="ru-RU" dirty="0"/>
              <a:t>(для акцента),  </a:t>
            </a:r>
            <a:br>
              <a:rPr lang="ru-RU" dirty="0"/>
            </a:br>
            <a:r>
              <a:rPr lang="ru-RU" dirty="0"/>
              <a:t>для основного текста – </a:t>
            </a:r>
            <a:r>
              <a:rPr lang="en-US" dirty="0" err="1"/>
              <a:t>Roboto</a:t>
            </a:r>
            <a:r>
              <a:rPr lang="ru-RU" dirty="0"/>
              <a:t> 20 пунктов. </a:t>
            </a:r>
          </a:p>
          <a:p>
            <a:pPr lvl="0"/>
            <a:r>
              <a:rPr lang="ru-RU" dirty="0"/>
              <a:t>Если текст не помещается на слайд, не стоит уменьшать шрифт. Сделайте текст лаконичнее или разбейте слайд на два. </a:t>
            </a:r>
            <a:br>
              <a:rPr lang="ru-RU" dirty="0"/>
            </a:br>
            <a:r>
              <a:rPr lang="ru-RU" dirty="0"/>
              <a:t>Не используйте курсив и подчеркивание текста, это затрудняет чтение.</a:t>
            </a:r>
          </a:p>
          <a:p>
            <a:pPr lvl="0"/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68" y="6443810"/>
            <a:ext cx="11534632" cy="243861"/>
          </a:xfrm>
          <a:prstGeom prst="rect">
            <a:avLst/>
          </a:prstGeom>
        </p:spPr>
      </p:pic>
      <p:sp>
        <p:nvSpPr>
          <p:cNvPr id="6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838200" y="495754"/>
            <a:ext cx="10515600" cy="59093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3600" baseline="0">
                <a:solidFill>
                  <a:srgbClr val="4225B1"/>
                </a:solidFill>
              </a:defRPr>
            </a:lvl1pPr>
          </a:lstStyle>
          <a:p>
            <a:r>
              <a:rPr lang="ru-RU" dirty="0"/>
              <a:t>Заголовок в одну строку</a:t>
            </a:r>
          </a:p>
        </p:txBody>
      </p:sp>
    </p:spTree>
    <p:extLst>
      <p:ext uri="{BB962C8B-B14F-4D97-AF65-F5344CB8AC3E}">
        <p14:creationId xmlns:p14="http://schemas.microsoft.com/office/powerpoint/2010/main" val="8263233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в две строки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838200" y="495751"/>
            <a:ext cx="10515600" cy="1089529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3600" baseline="0">
                <a:solidFill>
                  <a:srgbClr val="4225B1"/>
                </a:solidFill>
              </a:defRPr>
            </a:lvl1pPr>
          </a:lstStyle>
          <a:p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921051"/>
            <a:ext cx="10515600" cy="38369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/>
            </a:lvl1pPr>
          </a:lstStyle>
          <a:p>
            <a:pPr lvl="0"/>
            <a:r>
              <a:rPr lang="ru-RU" dirty="0"/>
              <a:t>На всех слайдах используйте один и тот же шрифт: </a:t>
            </a:r>
            <a:br>
              <a:rPr lang="ru-RU" dirty="0"/>
            </a:br>
            <a:r>
              <a:rPr lang="ru-RU" dirty="0"/>
              <a:t>для заголовков – </a:t>
            </a:r>
            <a:r>
              <a:rPr lang="en-US" dirty="0"/>
              <a:t>RF </a:t>
            </a:r>
            <a:r>
              <a:rPr lang="en-US" dirty="0" err="1"/>
              <a:t>Dewi</a:t>
            </a:r>
            <a:r>
              <a:rPr lang="en-US" dirty="0"/>
              <a:t> Expanded Black </a:t>
            </a:r>
            <a:r>
              <a:rPr lang="ru-RU" dirty="0"/>
              <a:t>36 пунктов, </a:t>
            </a:r>
            <a:br>
              <a:rPr lang="ru-RU" dirty="0"/>
            </a:br>
            <a:r>
              <a:rPr lang="ru-RU" dirty="0"/>
              <a:t>для подзаголовков – </a:t>
            </a:r>
            <a:r>
              <a:rPr lang="en-US" dirty="0" err="1"/>
              <a:t>Roboto</a:t>
            </a:r>
            <a:r>
              <a:rPr lang="en-US" dirty="0"/>
              <a:t> </a:t>
            </a:r>
            <a:r>
              <a:rPr lang="ru-RU" dirty="0"/>
              <a:t>24 пункта или </a:t>
            </a:r>
            <a:r>
              <a:rPr lang="en-US" dirty="0"/>
              <a:t>RF </a:t>
            </a:r>
            <a:r>
              <a:rPr lang="en-US" dirty="0" err="1"/>
              <a:t>Dewi</a:t>
            </a:r>
            <a:r>
              <a:rPr lang="en-US" dirty="0"/>
              <a:t> Expanded Black </a:t>
            </a:r>
            <a:r>
              <a:rPr lang="ru-RU" dirty="0"/>
              <a:t>24-28 пунктов </a:t>
            </a:r>
            <a:br>
              <a:rPr lang="ru-RU" dirty="0"/>
            </a:br>
            <a:r>
              <a:rPr lang="ru-RU" dirty="0"/>
              <a:t>(для акцента),  </a:t>
            </a:r>
            <a:br>
              <a:rPr lang="ru-RU" dirty="0"/>
            </a:br>
            <a:r>
              <a:rPr lang="ru-RU" dirty="0"/>
              <a:t>для основного текста – </a:t>
            </a:r>
            <a:r>
              <a:rPr lang="en-US" dirty="0" err="1"/>
              <a:t>Roboto</a:t>
            </a:r>
            <a:r>
              <a:rPr lang="ru-RU" dirty="0"/>
              <a:t> 20 пунктов. </a:t>
            </a:r>
          </a:p>
          <a:p>
            <a:pPr lvl="0"/>
            <a:r>
              <a:rPr lang="ru-RU" dirty="0"/>
              <a:t>Если текст не помещается на слайд, не стоит уменьшать шрифт. Сделайте текст лаконичнее или разбейте слайд на два. </a:t>
            </a:r>
            <a:br>
              <a:rPr lang="ru-RU" dirty="0"/>
            </a:br>
            <a:r>
              <a:rPr lang="ru-RU" dirty="0"/>
              <a:t>Не используйте курсив и подчеркивание текста, это затрудняет чтение.</a:t>
            </a:r>
          </a:p>
          <a:p>
            <a:pPr lvl="0"/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68" y="6443810"/>
            <a:ext cx="11534632" cy="24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6158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в одну строку и спис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 6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569148"/>
            <a:ext cx="10515600" cy="3836988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C074D8"/>
              </a:buClr>
              <a:buFont typeface="Arial" panose="020B0604020202020204" pitchFamily="34" charset="0"/>
              <a:buChar char="•"/>
              <a:defRPr sz="2000" baseline="0"/>
            </a:lvl1pPr>
          </a:lstStyle>
          <a:p>
            <a:pPr lvl="0"/>
            <a:r>
              <a:rPr lang="ru-RU" dirty="0"/>
              <a:t>Пункт 1</a:t>
            </a:r>
          </a:p>
          <a:p>
            <a:pPr lvl="0"/>
            <a:r>
              <a:rPr lang="ru-RU" dirty="0"/>
              <a:t>Пункт 2</a:t>
            </a:r>
          </a:p>
          <a:p>
            <a:pPr lvl="0"/>
            <a:r>
              <a:rPr lang="ru-RU" dirty="0"/>
              <a:t>Пункт 3</a:t>
            </a:r>
          </a:p>
          <a:p>
            <a:pPr lvl="0"/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68" y="6443810"/>
            <a:ext cx="11534632" cy="243861"/>
          </a:xfrm>
          <a:prstGeom prst="rect">
            <a:avLst/>
          </a:prstGeom>
        </p:spPr>
      </p:pic>
      <p:sp>
        <p:nvSpPr>
          <p:cNvPr id="6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838200" y="495754"/>
            <a:ext cx="10515600" cy="59093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3600" baseline="0">
                <a:solidFill>
                  <a:srgbClr val="4225B1"/>
                </a:solidFill>
              </a:defRPr>
            </a:lvl1pPr>
          </a:lstStyle>
          <a:p>
            <a:r>
              <a:rPr lang="ru-RU" dirty="0"/>
              <a:t>Заголовок в одну строку</a:t>
            </a:r>
          </a:p>
        </p:txBody>
      </p:sp>
    </p:spTree>
    <p:extLst>
      <p:ext uri="{BB962C8B-B14F-4D97-AF65-F5344CB8AC3E}">
        <p14:creationId xmlns:p14="http://schemas.microsoft.com/office/powerpoint/2010/main" val="1777019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в две строки и спис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 6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931098"/>
            <a:ext cx="10515600" cy="3836988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C074D8"/>
              </a:buClr>
              <a:buFont typeface="Arial" panose="020B0604020202020204" pitchFamily="34" charset="0"/>
              <a:buChar char="•"/>
              <a:defRPr sz="2000" baseline="0"/>
            </a:lvl1pPr>
          </a:lstStyle>
          <a:p>
            <a:pPr lvl="0"/>
            <a:r>
              <a:rPr lang="ru-RU" dirty="0"/>
              <a:t>Пункт 1</a:t>
            </a:r>
          </a:p>
          <a:p>
            <a:pPr lvl="0"/>
            <a:r>
              <a:rPr lang="ru-RU" dirty="0"/>
              <a:t>Пункт 2</a:t>
            </a:r>
          </a:p>
          <a:p>
            <a:pPr lvl="0"/>
            <a:r>
              <a:rPr lang="ru-RU" dirty="0"/>
              <a:t>Пункт 3</a:t>
            </a:r>
          </a:p>
          <a:p>
            <a:pPr lvl="0"/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68" y="6443810"/>
            <a:ext cx="11534632" cy="243861"/>
          </a:xfrm>
          <a:prstGeom prst="rect">
            <a:avLst/>
          </a:prstGeom>
        </p:spPr>
      </p:pic>
      <p:sp>
        <p:nvSpPr>
          <p:cNvPr id="8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838200" y="495751"/>
            <a:ext cx="10515600" cy="1089529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3600" baseline="0">
                <a:solidFill>
                  <a:srgbClr val="4225B1"/>
                </a:solidFill>
              </a:defRPr>
            </a:lvl1pPr>
          </a:lstStyle>
          <a:p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3946786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ркированный список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 6"/>
          <p:cNvSpPr>
            <a:spLocks noGrp="1"/>
          </p:cNvSpPr>
          <p:nvPr>
            <p:ph type="body" sz="quarter" idx="10" hasCustomPrompt="1"/>
          </p:nvPr>
        </p:nvSpPr>
        <p:spPr>
          <a:xfrm>
            <a:off x="838199" y="1931101"/>
            <a:ext cx="4737847" cy="3836988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C074D8"/>
              </a:buClr>
              <a:buFont typeface="Arial" panose="020B0604020202020204" pitchFamily="34" charset="0"/>
              <a:buChar char="•"/>
              <a:defRPr sz="2000" baseline="0"/>
            </a:lvl1pPr>
          </a:lstStyle>
          <a:p>
            <a:pPr lvl="0"/>
            <a:r>
              <a:rPr lang="ru-RU" dirty="0"/>
              <a:t>Пункт 1</a:t>
            </a:r>
          </a:p>
          <a:p>
            <a:pPr lvl="0"/>
            <a:r>
              <a:rPr lang="ru-RU" dirty="0"/>
              <a:t>Пункт 2</a:t>
            </a:r>
          </a:p>
          <a:p>
            <a:pPr lvl="0"/>
            <a:r>
              <a:rPr lang="ru-RU" dirty="0"/>
              <a:t>Пункт 3</a:t>
            </a:r>
          </a:p>
          <a:p>
            <a:pPr lvl="0"/>
            <a:endParaRPr lang="ru-RU" dirty="0"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6651812" y="1931101"/>
            <a:ext cx="4701988" cy="3836988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C074D8"/>
              </a:buClr>
              <a:buFont typeface="Arial" panose="020B0604020202020204" pitchFamily="34" charset="0"/>
              <a:buChar char="•"/>
              <a:defRPr sz="2000" baseline="0"/>
            </a:lvl1pPr>
          </a:lstStyle>
          <a:p>
            <a:pPr lvl="0"/>
            <a:r>
              <a:rPr lang="ru-RU" dirty="0"/>
              <a:t>Пункт 1</a:t>
            </a:r>
          </a:p>
          <a:p>
            <a:pPr lvl="0"/>
            <a:r>
              <a:rPr lang="ru-RU" dirty="0"/>
              <a:t>Пункт 2</a:t>
            </a:r>
          </a:p>
          <a:p>
            <a:pPr lvl="0"/>
            <a:r>
              <a:rPr lang="ru-RU" dirty="0"/>
              <a:t>Пункт 3</a:t>
            </a:r>
          </a:p>
          <a:p>
            <a:pPr lvl="0"/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68" y="6443810"/>
            <a:ext cx="11534632" cy="243861"/>
          </a:xfrm>
          <a:prstGeom prst="rect">
            <a:avLst/>
          </a:prstGeom>
        </p:spPr>
      </p:pic>
      <p:sp>
        <p:nvSpPr>
          <p:cNvPr id="9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838200" y="495751"/>
            <a:ext cx="10515600" cy="1089529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3600" baseline="0">
                <a:solidFill>
                  <a:srgbClr val="4225B1"/>
                </a:solidFill>
              </a:defRPr>
            </a:lvl1pPr>
          </a:lstStyle>
          <a:p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29616074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с иконками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68" y="6443810"/>
            <a:ext cx="11534632" cy="24386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436" y="1927156"/>
            <a:ext cx="1085090" cy="108204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2828" y="1927156"/>
            <a:ext cx="1085090" cy="1082042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9220" y="1927156"/>
            <a:ext cx="1085090" cy="1082042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5612" y="1927156"/>
            <a:ext cx="1085090" cy="1082042"/>
          </a:xfrm>
          <a:prstGeom prst="rect">
            <a:avLst/>
          </a:prstGeom>
        </p:spPr>
      </p:pic>
      <p:sp>
        <p:nvSpPr>
          <p:cNvPr id="4" name="Текст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42880"/>
            <a:ext cx="2025650" cy="20002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ru-RU" dirty="0"/>
              <a:t>Текст-пояснение</a:t>
            </a:r>
          </a:p>
        </p:txBody>
      </p:sp>
      <p:sp>
        <p:nvSpPr>
          <p:cNvPr id="11" name="Текст 3"/>
          <p:cNvSpPr>
            <a:spLocks noGrp="1"/>
          </p:cNvSpPr>
          <p:nvPr>
            <p:ph type="body" sz="quarter" idx="11" hasCustomPrompt="1"/>
          </p:nvPr>
        </p:nvSpPr>
        <p:spPr>
          <a:xfrm>
            <a:off x="3643587" y="3442880"/>
            <a:ext cx="2025650" cy="20002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ru-RU" dirty="0"/>
              <a:t>Текст-пояснение</a:t>
            </a:r>
          </a:p>
        </p:txBody>
      </p:sp>
      <p:sp>
        <p:nvSpPr>
          <p:cNvPr id="12" name="Текст 3"/>
          <p:cNvSpPr>
            <a:spLocks noGrp="1"/>
          </p:cNvSpPr>
          <p:nvPr>
            <p:ph type="body" sz="quarter" idx="12" hasCustomPrompt="1"/>
          </p:nvPr>
        </p:nvSpPr>
        <p:spPr>
          <a:xfrm>
            <a:off x="6522763" y="3442880"/>
            <a:ext cx="2025650" cy="20002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ru-RU" dirty="0"/>
              <a:t>Текст-пояснение</a:t>
            </a:r>
          </a:p>
        </p:txBody>
      </p:sp>
      <p:sp>
        <p:nvSpPr>
          <p:cNvPr id="13" name="Текст 3"/>
          <p:cNvSpPr>
            <a:spLocks noGrp="1"/>
          </p:cNvSpPr>
          <p:nvPr>
            <p:ph type="body" sz="quarter" idx="13" hasCustomPrompt="1"/>
          </p:nvPr>
        </p:nvSpPr>
        <p:spPr>
          <a:xfrm>
            <a:off x="9328150" y="3442880"/>
            <a:ext cx="2025650" cy="20002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ru-RU" dirty="0"/>
              <a:t>Текст-пояснение</a:t>
            </a:r>
          </a:p>
        </p:txBody>
      </p:sp>
      <p:sp>
        <p:nvSpPr>
          <p:cNvPr id="15" name="Текст 14"/>
          <p:cNvSpPr>
            <a:spLocks noGrp="1"/>
          </p:cNvSpPr>
          <p:nvPr>
            <p:ph type="body" sz="quarter" idx="14" hasCustomPrompt="1"/>
          </p:nvPr>
        </p:nvSpPr>
        <p:spPr>
          <a:xfrm>
            <a:off x="1537675" y="2228112"/>
            <a:ext cx="582612" cy="48013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</a:t>
            </a:r>
          </a:p>
        </p:txBody>
      </p:sp>
      <p:sp>
        <p:nvSpPr>
          <p:cNvPr id="17" name="Текст 14"/>
          <p:cNvSpPr>
            <a:spLocks noGrp="1"/>
          </p:cNvSpPr>
          <p:nvPr>
            <p:ph type="body" sz="quarter" idx="15" hasCustomPrompt="1"/>
          </p:nvPr>
        </p:nvSpPr>
        <p:spPr>
          <a:xfrm>
            <a:off x="4354067" y="2228112"/>
            <a:ext cx="582612" cy="48013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2</a:t>
            </a:r>
          </a:p>
        </p:txBody>
      </p:sp>
      <p:sp>
        <p:nvSpPr>
          <p:cNvPr id="18" name="Текст 14"/>
          <p:cNvSpPr>
            <a:spLocks noGrp="1"/>
          </p:cNvSpPr>
          <p:nvPr>
            <p:ph type="body" sz="quarter" idx="16" hasCustomPrompt="1"/>
          </p:nvPr>
        </p:nvSpPr>
        <p:spPr>
          <a:xfrm>
            <a:off x="7170459" y="2228112"/>
            <a:ext cx="582612" cy="48013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3</a:t>
            </a:r>
          </a:p>
        </p:txBody>
      </p:sp>
      <p:sp>
        <p:nvSpPr>
          <p:cNvPr id="19" name="Текст 14"/>
          <p:cNvSpPr>
            <a:spLocks noGrp="1"/>
          </p:cNvSpPr>
          <p:nvPr>
            <p:ph type="body" sz="quarter" idx="17" hasCustomPrompt="1"/>
          </p:nvPr>
        </p:nvSpPr>
        <p:spPr>
          <a:xfrm>
            <a:off x="9986851" y="2228112"/>
            <a:ext cx="582612" cy="48013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4</a:t>
            </a:r>
          </a:p>
        </p:txBody>
      </p:sp>
      <p:sp>
        <p:nvSpPr>
          <p:cNvPr id="20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838200" y="495751"/>
            <a:ext cx="10515600" cy="1089529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3600" baseline="0">
                <a:solidFill>
                  <a:srgbClr val="4225B1"/>
                </a:solidFill>
              </a:defRPr>
            </a:lvl1pPr>
          </a:lstStyle>
          <a:p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7903139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с иконками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927470"/>
            <a:ext cx="936625" cy="7702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ru-RU" dirty="0"/>
              <a:t>иконка</a:t>
            </a:r>
          </a:p>
        </p:txBody>
      </p:sp>
      <p:sp>
        <p:nvSpPr>
          <p:cNvPr id="10" name="Текст 8"/>
          <p:cNvSpPr>
            <a:spLocks noGrp="1"/>
          </p:cNvSpPr>
          <p:nvPr>
            <p:ph type="body" sz="quarter" idx="11" hasCustomPrompt="1"/>
          </p:nvPr>
        </p:nvSpPr>
        <p:spPr>
          <a:xfrm>
            <a:off x="838199" y="3926599"/>
            <a:ext cx="936625" cy="7702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ru-RU" dirty="0"/>
              <a:t>иконка</a:t>
            </a:r>
          </a:p>
        </p:txBody>
      </p:sp>
      <p:sp>
        <p:nvSpPr>
          <p:cNvPr id="11" name="Текст 8"/>
          <p:cNvSpPr>
            <a:spLocks noGrp="1"/>
          </p:cNvSpPr>
          <p:nvPr>
            <p:ph type="body" sz="quarter" idx="12" hasCustomPrompt="1"/>
          </p:nvPr>
        </p:nvSpPr>
        <p:spPr>
          <a:xfrm>
            <a:off x="2124636" y="1927470"/>
            <a:ext cx="3550024" cy="7702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2" name="Текст 8"/>
          <p:cNvSpPr>
            <a:spLocks noGrp="1"/>
          </p:cNvSpPr>
          <p:nvPr>
            <p:ph type="body" sz="quarter" idx="13" hasCustomPrompt="1"/>
          </p:nvPr>
        </p:nvSpPr>
        <p:spPr>
          <a:xfrm>
            <a:off x="2124636" y="3926599"/>
            <a:ext cx="3550024" cy="7702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3" name="Текст 8"/>
          <p:cNvSpPr>
            <a:spLocks noGrp="1"/>
          </p:cNvSpPr>
          <p:nvPr>
            <p:ph type="body" sz="quarter" idx="14" hasCustomPrompt="1"/>
          </p:nvPr>
        </p:nvSpPr>
        <p:spPr>
          <a:xfrm>
            <a:off x="6517340" y="1927470"/>
            <a:ext cx="936625" cy="7702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ru-RU" dirty="0"/>
              <a:t>иконка</a:t>
            </a:r>
          </a:p>
        </p:txBody>
      </p:sp>
      <p:sp>
        <p:nvSpPr>
          <p:cNvPr id="14" name="Текст 8"/>
          <p:cNvSpPr>
            <a:spLocks noGrp="1"/>
          </p:cNvSpPr>
          <p:nvPr>
            <p:ph type="body" sz="quarter" idx="15" hasCustomPrompt="1"/>
          </p:nvPr>
        </p:nvSpPr>
        <p:spPr>
          <a:xfrm>
            <a:off x="6517339" y="3926599"/>
            <a:ext cx="936625" cy="7702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ru-RU" dirty="0"/>
              <a:t>иконка</a:t>
            </a:r>
          </a:p>
        </p:txBody>
      </p:sp>
      <p:sp>
        <p:nvSpPr>
          <p:cNvPr id="15" name="Текст 8"/>
          <p:cNvSpPr>
            <a:spLocks noGrp="1"/>
          </p:cNvSpPr>
          <p:nvPr>
            <p:ph type="body" sz="quarter" idx="16" hasCustomPrompt="1"/>
          </p:nvPr>
        </p:nvSpPr>
        <p:spPr>
          <a:xfrm>
            <a:off x="7803776" y="1927470"/>
            <a:ext cx="3550024" cy="7702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Текст 8"/>
          <p:cNvSpPr>
            <a:spLocks noGrp="1"/>
          </p:cNvSpPr>
          <p:nvPr>
            <p:ph type="body" sz="quarter" idx="17" hasCustomPrompt="1"/>
          </p:nvPr>
        </p:nvSpPr>
        <p:spPr>
          <a:xfrm>
            <a:off x="7803776" y="3926599"/>
            <a:ext cx="3550024" cy="7702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68" y="6443810"/>
            <a:ext cx="11534632" cy="243861"/>
          </a:xfrm>
          <a:prstGeom prst="rect">
            <a:avLst/>
          </a:prstGeom>
        </p:spPr>
      </p:pic>
      <p:sp>
        <p:nvSpPr>
          <p:cNvPr id="18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838200" y="495751"/>
            <a:ext cx="10515600" cy="1089529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3600" baseline="0">
                <a:solidFill>
                  <a:srgbClr val="4225B1"/>
                </a:solidFill>
              </a:defRPr>
            </a:lvl1pPr>
          </a:lstStyle>
          <a:p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7371175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в одну строку и иллюстра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4"/>
          <p:cNvSpPr>
            <a:spLocks noGrp="1"/>
          </p:cNvSpPr>
          <p:nvPr>
            <p:ph type="pic" sz="quarter" idx="11" hasCustomPrompt="1"/>
          </p:nvPr>
        </p:nvSpPr>
        <p:spPr>
          <a:xfrm>
            <a:off x="838200" y="1570450"/>
            <a:ext cx="10515600" cy="38449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Иллюстрация или скриншот. Чтобы вставить изображение, нажмите на иконку в центре слайда, выберите нужный объект на устройстве и нажмите «Вставить». Если изображение встроилось не той частью или не с теми пропорциями, выделите его правой клавишей мыши и нажмите «Обрезка». Измените размер изображения или ту область, которая попадает в кадр.</a:t>
            </a:r>
          </a:p>
          <a:p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68" y="6443810"/>
            <a:ext cx="11534632" cy="243861"/>
          </a:xfrm>
          <a:prstGeom prst="rect">
            <a:avLst/>
          </a:prstGeom>
        </p:spPr>
      </p:pic>
      <p:sp>
        <p:nvSpPr>
          <p:cNvPr id="7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838200" y="495754"/>
            <a:ext cx="10515600" cy="59093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3600" baseline="0">
                <a:solidFill>
                  <a:srgbClr val="4225B1"/>
                </a:solidFill>
              </a:defRPr>
            </a:lvl1pPr>
          </a:lstStyle>
          <a:p>
            <a:r>
              <a:rPr lang="ru-RU" dirty="0"/>
              <a:t>Заголовок в одну строку</a:t>
            </a:r>
          </a:p>
        </p:txBody>
      </p:sp>
    </p:spTree>
    <p:extLst>
      <p:ext uri="{BB962C8B-B14F-4D97-AF65-F5344CB8AC3E}">
        <p14:creationId xmlns:p14="http://schemas.microsoft.com/office/powerpoint/2010/main" val="24805851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в две строки и иллюстра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4"/>
          <p:cNvSpPr>
            <a:spLocks noGrp="1"/>
          </p:cNvSpPr>
          <p:nvPr>
            <p:ph type="pic" sz="quarter" idx="11" hasCustomPrompt="1"/>
          </p:nvPr>
        </p:nvSpPr>
        <p:spPr>
          <a:xfrm>
            <a:off x="838200" y="1932400"/>
            <a:ext cx="10515600" cy="38449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Иллюстрация или скриншот. Чтобы вставить изображение, нажмите на иконку в центре слайда, выберите нужный объект на устройстве и нажмите «Вставить». Если изображение встроилось не той частью или не с теми пропорциями, выделите его правой клавишей мыши и нажмите «Обрезка». Измените размер изображения или ту область, которая попадает в кадр.</a:t>
            </a:r>
          </a:p>
          <a:p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68" y="6443810"/>
            <a:ext cx="11534632" cy="243861"/>
          </a:xfrm>
          <a:prstGeom prst="rect">
            <a:avLst/>
          </a:prstGeom>
        </p:spPr>
      </p:pic>
      <p:sp>
        <p:nvSpPr>
          <p:cNvPr id="6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838200" y="495751"/>
            <a:ext cx="10515600" cy="1089529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3600" baseline="0">
                <a:solidFill>
                  <a:srgbClr val="4225B1"/>
                </a:solidFill>
              </a:defRPr>
            </a:lvl1pPr>
          </a:lstStyle>
          <a:p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3650301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аблица 5"/>
          <p:cNvSpPr>
            <a:spLocks noGrp="1"/>
          </p:cNvSpPr>
          <p:nvPr>
            <p:ph type="tbl" sz="quarter" idx="12" hasCustomPrompt="1"/>
          </p:nvPr>
        </p:nvSpPr>
        <p:spPr>
          <a:xfrm>
            <a:off x="838200" y="1925327"/>
            <a:ext cx="10515600" cy="385127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Чтобы вставить таблицу, нажмите на иконку в центре слайда. Выберите количество строк и столбцов. Заполните таблицу данными и отредактируйте ее: избавьтесь от заливки, удалите внешние границы и внутренние вертикальные границы, внутренние горизонтальные границы сделайте деликатными, выровняйте текстовые данные по левому краю, а числовые – по правому, выделите самые важные данные и шапку таблицы.</a:t>
            </a:r>
          </a:p>
          <a:p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68" y="6443810"/>
            <a:ext cx="11534632" cy="243861"/>
          </a:xfrm>
          <a:prstGeom prst="rect">
            <a:avLst/>
          </a:prstGeom>
        </p:spPr>
      </p:pic>
      <p:sp>
        <p:nvSpPr>
          <p:cNvPr id="5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838200" y="495751"/>
            <a:ext cx="10515600" cy="1089529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3600" baseline="0">
                <a:solidFill>
                  <a:srgbClr val="4225B1"/>
                </a:solidFill>
              </a:defRPr>
            </a:lvl1pPr>
          </a:lstStyle>
          <a:p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30960693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иаграмма 4"/>
          <p:cNvSpPr>
            <a:spLocks noGrp="1"/>
          </p:cNvSpPr>
          <p:nvPr>
            <p:ph type="chart" sz="quarter" idx="13" hasCustomPrompt="1"/>
          </p:nvPr>
        </p:nvSpPr>
        <p:spPr>
          <a:xfrm>
            <a:off x="838200" y="1925328"/>
            <a:ext cx="10515600" cy="385127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Чтобы вставить диаграмму, нажмите на иконку в центре слайда. Выберите тип диаграммы, заполните таблицу данными. Удалите с диаграммы линии сетки и шкалу значений. Подпишите точные значения рядом с сегментами, укрупните подписи. Аккуратно разместите подписи, чтобы они не пересекали диаграмму и были расположены горизонтально. Легенду переместите в область над диаграммой. Расставьте акценты с помощью цветов, представленных в палитре. Сделайте крупнее числовое значение рядом с главным сектором.</a:t>
            </a:r>
          </a:p>
          <a:p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68" y="6443810"/>
            <a:ext cx="11534632" cy="243861"/>
          </a:xfrm>
          <a:prstGeom prst="rect">
            <a:avLst/>
          </a:prstGeom>
        </p:spPr>
      </p:pic>
      <p:sp>
        <p:nvSpPr>
          <p:cNvPr id="6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838200" y="495751"/>
            <a:ext cx="10515600" cy="1089529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3600" baseline="0">
                <a:solidFill>
                  <a:srgbClr val="4225B1"/>
                </a:solidFill>
              </a:defRPr>
            </a:lvl1pPr>
          </a:lstStyle>
          <a:p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22179378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а / таблица и комментарии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68" y="6443810"/>
            <a:ext cx="11534632" cy="243861"/>
          </a:xfrm>
          <a:prstGeom prst="rect">
            <a:avLst/>
          </a:prstGeom>
        </p:spPr>
      </p:pic>
      <p:sp>
        <p:nvSpPr>
          <p:cNvPr id="6" name="Текст 5"/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1933212"/>
            <a:ext cx="5267325" cy="3890962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C074D8"/>
              </a:buClr>
              <a:buFont typeface="Arial" panose="020B0604020202020204" pitchFamily="34" charset="0"/>
              <a:buChar char="•"/>
              <a:defRPr sz="2000" baseline="0"/>
            </a:lvl1pPr>
          </a:lstStyle>
          <a:p>
            <a:pPr lvl="0"/>
            <a:r>
              <a:rPr lang="ru-RU" dirty="0"/>
              <a:t>Пункт 1</a:t>
            </a:r>
          </a:p>
          <a:p>
            <a:pPr lvl="0"/>
            <a:r>
              <a:rPr lang="ru-RU" dirty="0"/>
              <a:t>Пункт 2</a:t>
            </a:r>
          </a:p>
          <a:p>
            <a:pPr lvl="0"/>
            <a:r>
              <a:rPr lang="ru-RU" dirty="0"/>
              <a:t>Пункт 3</a:t>
            </a:r>
          </a:p>
        </p:txBody>
      </p:sp>
      <p:sp>
        <p:nvSpPr>
          <p:cNvPr id="8" name="Объект 7"/>
          <p:cNvSpPr>
            <a:spLocks noGrp="1"/>
          </p:cNvSpPr>
          <p:nvPr>
            <p:ph sz="quarter" idx="15" hasCustomPrompt="1"/>
          </p:nvPr>
        </p:nvSpPr>
        <p:spPr>
          <a:xfrm>
            <a:off x="6464300" y="614"/>
            <a:ext cx="5727700" cy="64431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/>
            </a:lvl1pPr>
          </a:lstStyle>
          <a:p>
            <a:pPr lvl="0"/>
            <a:r>
              <a:rPr lang="ru-RU" dirty="0"/>
              <a:t>Иллюстрация / скриншот / таблица / диаграмма</a:t>
            </a:r>
          </a:p>
        </p:txBody>
      </p:sp>
      <p:sp>
        <p:nvSpPr>
          <p:cNvPr id="7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838200" y="495751"/>
            <a:ext cx="5267325" cy="108952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3600" baseline="0">
                <a:solidFill>
                  <a:srgbClr val="4225B1"/>
                </a:solidFill>
              </a:defRPr>
            </a:lvl1pPr>
          </a:lstStyle>
          <a:p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38015755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а / таблица и комментарии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68" y="6443810"/>
            <a:ext cx="11534632" cy="243861"/>
          </a:xfrm>
          <a:prstGeom prst="rect">
            <a:avLst/>
          </a:prstGeom>
        </p:spPr>
      </p:pic>
      <p:sp>
        <p:nvSpPr>
          <p:cNvPr id="8" name="Объект 7"/>
          <p:cNvSpPr>
            <a:spLocks noGrp="1"/>
          </p:cNvSpPr>
          <p:nvPr>
            <p:ph sz="quarter" idx="14" hasCustomPrompt="1"/>
          </p:nvPr>
        </p:nvSpPr>
        <p:spPr>
          <a:xfrm>
            <a:off x="838200" y="1925815"/>
            <a:ext cx="5813425" cy="385127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Иллюстрация / скриншот / таблица / диаграмма</a:t>
            </a:r>
          </a:p>
        </p:txBody>
      </p:sp>
      <p:grpSp>
        <p:nvGrpSpPr>
          <p:cNvPr id="9" name="Группа 8"/>
          <p:cNvGrpSpPr/>
          <p:nvPr userDrawn="1"/>
        </p:nvGrpSpPr>
        <p:grpSpPr>
          <a:xfrm>
            <a:off x="7371310" y="1917857"/>
            <a:ext cx="876219" cy="1018276"/>
            <a:chOff x="6415853" y="1303510"/>
            <a:chExt cx="1082042" cy="1257468"/>
          </a:xfrm>
        </p:grpSpPr>
        <p:pic>
          <p:nvPicPr>
            <p:cNvPr id="10" name="Рисунок 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15853" y="1303510"/>
              <a:ext cx="1082042" cy="1082042"/>
            </a:xfrm>
            <a:prstGeom prst="rect">
              <a:avLst/>
            </a:prstGeom>
          </p:spPr>
        </p:pic>
        <p:pic>
          <p:nvPicPr>
            <p:cNvPr id="11" name="Рисунок 1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17929" y="2210124"/>
              <a:ext cx="632849" cy="350854"/>
            </a:xfrm>
            <a:prstGeom prst="rect">
              <a:avLst/>
            </a:prstGeom>
          </p:spPr>
        </p:pic>
      </p:grpSp>
      <p:grpSp>
        <p:nvGrpSpPr>
          <p:cNvPr id="12" name="Группа 11"/>
          <p:cNvGrpSpPr/>
          <p:nvPr userDrawn="1"/>
        </p:nvGrpSpPr>
        <p:grpSpPr>
          <a:xfrm>
            <a:off x="7371310" y="3448707"/>
            <a:ext cx="876219" cy="1018276"/>
            <a:chOff x="3563497" y="1303510"/>
            <a:chExt cx="1082042" cy="1257468"/>
          </a:xfrm>
        </p:grpSpPr>
        <p:pic>
          <p:nvPicPr>
            <p:cNvPr id="13" name="Рисунок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63497" y="1303510"/>
              <a:ext cx="1082042" cy="1082042"/>
            </a:xfrm>
            <a:prstGeom prst="rect">
              <a:avLst/>
            </a:prstGeom>
          </p:spPr>
        </p:pic>
        <p:pic>
          <p:nvPicPr>
            <p:cNvPr id="14" name="Рисунок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65573" y="2210124"/>
              <a:ext cx="632849" cy="350854"/>
            </a:xfrm>
            <a:prstGeom prst="rect">
              <a:avLst/>
            </a:prstGeom>
          </p:spPr>
        </p:pic>
      </p:grpSp>
      <p:grpSp>
        <p:nvGrpSpPr>
          <p:cNvPr id="15" name="Группа 14"/>
          <p:cNvGrpSpPr/>
          <p:nvPr userDrawn="1"/>
        </p:nvGrpSpPr>
        <p:grpSpPr>
          <a:xfrm>
            <a:off x="7371310" y="4979557"/>
            <a:ext cx="876219" cy="1018276"/>
            <a:chOff x="711141" y="1303510"/>
            <a:chExt cx="1082042" cy="1257468"/>
          </a:xfrm>
        </p:grpSpPr>
        <p:pic>
          <p:nvPicPr>
            <p:cNvPr id="16" name="Рисунок 1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1141" y="1303510"/>
              <a:ext cx="1082042" cy="1082042"/>
            </a:xfrm>
            <a:prstGeom prst="rect">
              <a:avLst/>
            </a:prstGeom>
          </p:spPr>
        </p:pic>
        <p:pic>
          <p:nvPicPr>
            <p:cNvPr id="17" name="Рисунок 16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1141" y="2210124"/>
              <a:ext cx="632849" cy="350854"/>
            </a:xfrm>
            <a:prstGeom prst="rect">
              <a:avLst/>
            </a:prstGeom>
          </p:spPr>
        </p:pic>
      </p:grpSp>
      <p:sp>
        <p:nvSpPr>
          <p:cNvPr id="22" name="Текст 21"/>
          <p:cNvSpPr>
            <a:spLocks noGrp="1"/>
          </p:cNvSpPr>
          <p:nvPr>
            <p:ph type="body" sz="quarter" idx="15" hasCustomPrompt="1"/>
          </p:nvPr>
        </p:nvSpPr>
        <p:spPr>
          <a:xfrm>
            <a:off x="7494588" y="2026298"/>
            <a:ext cx="619125" cy="6254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</a:t>
            </a:r>
          </a:p>
        </p:txBody>
      </p:sp>
      <p:sp>
        <p:nvSpPr>
          <p:cNvPr id="23" name="Текст 21"/>
          <p:cNvSpPr>
            <a:spLocks noGrp="1"/>
          </p:cNvSpPr>
          <p:nvPr>
            <p:ph type="body" sz="quarter" idx="16" hasCustomPrompt="1"/>
          </p:nvPr>
        </p:nvSpPr>
        <p:spPr>
          <a:xfrm>
            <a:off x="7494587" y="3557392"/>
            <a:ext cx="619125" cy="6254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2</a:t>
            </a:r>
          </a:p>
        </p:txBody>
      </p:sp>
      <p:sp>
        <p:nvSpPr>
          <p:cNvPr id="24" name="Текст 21"/>
          <p:cNvSpPr>
            <a:spLocks noGrp="1"/>
          </p:cNvSpPr>
          <p:nvPr>
            <p:ph type="body" sz="quarter" idx="17" hasCustomPrompt="1"/>
          </p:nvPr>
        </p:nvSpPr>
        <p:spPr>
          <a:xfrm>
            <a:off x="7494587" y="5092458"/>
            <a:ext cx="619125" cy="6254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3</a:t>
            </a:r>
          </a:p>
        </p:txBody>
      </p:sp>
      <p:sp>
        <p:nvSpPr>
          <p:cNvPr id="26" name="Текст 25"/>
          <p:cNvSpPr>
            <a:spLocks noGrp="1"/>
          </p:cNvSpPr>
          <p:nvPr>
            <p:ph type="body" sz="quarter" idx="18" hasCustomPrompt="1"/>
          </p:nvPr>
        </p:nvSpPr>
        <p:spPr>
          <a:xfrm>
            <a:off x="8463056" y="2073922"/>
            <a:ext cx="2890744" cy="5302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Текст-пояснение</a:t>
            </a:r>
          </a:p>
        </p:txBody>
      </p:sp>
      <p:sp>
        <p:nvSpPr>
          <p:cNvPr id="27" name="Текст 25"/>
          <p:cNvSpPr>
            <a:spLocks noGrp="1"/>
          </p:cNvSpPr>
          <p:nvPr>
            <p:ph type="body" sz="quarter" idx="19" hasCustomPrompt="1"/>
          </p:nvPr>
        </p:nvSpPr>
        <p:spPr>
          <a:xfrm>
            <a:off x="8463056" y="3601171"/>
            <a:ext cx="2890744" cy="5302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Текст-пояснение</a:t>
            </a:r>
          </a:p>
        </p:txBody>
      </p:sp>
      <p:sp>
        <p:nvSpPr>
          <p:cNvPr id="28" name="Текст 25"/>
          <p:cNvSpPr>
            <a:spLocks noGrp="1"/>
          </p:cNvSpPr>
          <p:nvPr>
            <p:ph type="body" sz="quarter" idx="20" hasCustomPrompt="1"/>
          </p:nvPr>
        </p:nvSpPr>
        <p:spPr>
          <a:xfrm>
            <a:off x="8463056" y="5140082"/>
            <a:ext cx="2890744" cy="5302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Текст-пояснение</a:t>
            </a:r>
          </a:p>
        </p:txBody>
      </p:sp>
      <p:sp>
        <p:nvSpPr>
          <p:cNvPr id="20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838200" y="495751"/>
            <a:ext cx="10515600" cy="1089529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3600" baseline="0">
                <a:solidFill>
                  <a:srgbClr val="4225B1"/>
                </a:solidFill>
              </a:defRPr>
            </a:lvl1pPr>
          </a:lstStyle>
          <a:p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29203724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ина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" y="0"/>
            <a:ext cx="12185905" cy="6858000"/>
          </a:xfrm>
          <a:prstGeom prst="rect">
            <a:avLst/>
          </a:prstGeom>
        </p:spPr>
      </p:pic>
      <p:sp>
        <p:nvSpPr>
          <p:cNvPr id="10" name="Заголовок 9"/>
          <p:cNvSpPr>
            <a:spLocks noGrp="1"/>
          </p:cNvSpPr>
          <p:nvPr>
            <p:ph type="title" hasCustomPrompt="1"/>
          </p:nvPr>
        </p:nvSpPr>
        <p:spPr>
          <a:xfrm>
            <a:off x="838199" y="1558412"/>
            <a:ext cx="10515600" cy="132556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ПРЕЗЕНТАЦИИ</a:t>
            </a:r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6939" y="544378"/>
            <a:ext cx="2218325" cy="960572"/>
          </a:xfrm>
          <a:prstGeom prst="rect">
            <a:avLst/>
          </a:prstGeom>
        </p:spPr>
      </p:pic>
      <p:sp>
        <p:nvSpPr>
          <p:cNvPr id="4" name="Рисунок 3"/>
          <p:cNvSpPr>
            <a:spLocks noGrp="1"/>
          </p:cNvSpPr>
          <p:nvPr>
            <p:ph type="pic" sz="quarter" idx="13" hasCustomPrompt="1"/>
          </p:nvPr>
        </p:nvSpPr>
        <p:spPr>
          <a:xfrm>
            <a:off x="838199" y="4169802"/>
            <a:ext cx="2554288" cy="23932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QR-</a:t>
            </a:r>
            <a:r>
              <a:rPr lang="ru-RU" dirty="0"/>
              <a:t>код со ссылкой на презентацию / доп. материалы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4" hasCustomPrompt="1"/>
          </p:nvPr>
        </p:nvSpPr>
        <p:spPr>
          <a:xfrm>
            <a:off x="4388223" y="4643438"/>
            <a:ext cx="5678488" cy="37623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Имя и фамилия спикера</a:t>
            </a: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5" hasCustomPrompt="1"/>
          </p:nvPr>
        </p:nvSpPr>
        <p:spPr>
          <a:xfrm>
            <a:off x="4388223" y="5127625"/>
            <a:ext cx="5678488" cy="412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</p:spTree>
    <p:extLst>
      <p:ext uri="{BB962C8B-B14F-4D97-AF65-F5344CB8AC3E}">
        <p14:creationId xmlns:p14="http://schemas.microsoft.com/office/powerpoint/2010/main" val="953255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8681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7" r:id="rId2"/>
    <p:sldLayoutId id="2147483653" r:id="rId3"/>
    <p:sldLayoutId id="2147483655" r:id="rId4"/>
    <p:sldLayoutId id="2147483659" r:id="rId5"/>
    <p:sldLayoutId id="2147483654" r:id="rId6"/>
    <p:sldLayoutId id="2147483650" r:id="rId7"/>
    <p:sldLayoutId id="2147483669" r:id="rId8"/>
    <p:sldLayoutId id="2147483656" r:id="rId9"/>
    <p:sldLayoutId id="2147483670" r:id="rId10"/>
    <p:sldLayoutId id="2147483657" r:id="rId11"/>
    <p:sldLayoutId id="2147483665" r:id="rId12"/>
    <p:sldLayoutId id="2147483658" r:id="rId13"/>
    <p:sldLayoutId id="2147483660" r:id="rId14"/>
    <p:sldLayoutId id="2147483671" r:id="rId15"/>
    <p:sldLayoutId id="2147483661" r:id="rId16"/>
    <p:sldLayoutId id="2147483662" r:id="rId17"/>
    <p:sldLayoutId id="2147483663" r:id="rId18"/>
    <p:sldLayoutId id="2147483664" r:id="rId19"/>
    <p:sldLayoutId id="2147483666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FBCC2363-9446-407D-BE55-962EE33FB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Предсказание увольнения сотрудников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4198D094-1D77-4235-A7CA-9E093BB185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Классический </a:t>
            </a:r>
            <a:r>
              <a:rPr lang="en-US" dirty="0"/>
              <a:t>ML</a:t>
            </a:r>
            <a:endParaRPr lang="ru-RU" dirty="0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CBE222FC-656D-4BA3-8F7F-7816402258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Андрей Дутов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6217CBC9-978C-4351-87FD-A3B3DE8B5D7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1 </a:t>
            </a:r>
            <a:r>
              <a:rPr lang="ru-RU"/>
              <a:t>курс магистратуры, </a:t>
            </a:r>
            <a:r>
              <a:rPr lang="ru-RU" dirty="0"/>
              <a:t>ТГУ</a:t>
            </a:r>
          </a:p>
          <a:p>
            <a:r>
              <a:rPr lang="ru-RU" dirty="0"/>
              <a:t>Томск</a:t>
            </a:r>
          </a:p>
        </p:txBody>
      </p:sp>
    </p:spTree>
    <p:extLst>
      <p:ext uri="{BB962C8B-B14F-4D97-AF65-F5344CB8AC3E}">
        <p14:creationId xmlns:p14="http://schemas.microsoft.com/office/powerpoint/2010/main" val="1078873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D6CA9F-3A53-4447-9129-B717F9F6E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будет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761B9E-8932-4A6B-8EF9-15A9BAFFF4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EDA</a:t>
            </a:r>
          </a:p>
          <a:p>
            <a:r>
              <a:rPr lang="ru-RU" dirty="0"/>
              <a:t>Предобработка</a:t>
            </a:r>
          </a:p>
          <a:p>
            <a:r>
              <a:rPr lang="ru-RU" dirty="0"/>
              <a:t>Построение моделей</a:t>
            </a:r>
          </a:p>
        </p:txBody>
      </p:sp>
    </p:spTree>
    <p:extLst>
      <p:ext uri="{BB962C8B-B14F-4D97-AF65-F5344CB8AC3E}">
        <p14:creationId xmlns:p14="http://schemas.microsoft.com/office/powerpoint/2010/main" val="2548585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Текст 16">
            <a:extLst>
              <a:ext uri="{FF2B5EF4-FFF2-40B4-BE49-F238E27FC236}">
                <a16:creationId xmlns:a16="http://schemas.microsoft.com/office/drawing/2014/main" id="{528927CF-9EE4-4CEB-9382-1590405E1A2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36373" y="1585280"/>
            <a:ext cx="4050820" cy="1459761"/>
          </a:xfrm>
        </p:spPr>
        <p:txBody>
          <a:bodyPr/>
          <a:lstStyle/>
          <a:p>
            <a:r>
              <a:rPr lang="ru-RU" dirty="0"/>
              <a:t>У всех признаков</a:t>
            </a:r>
            <a:r>
              <a:rPr lang="en-US" dirty="0"/>
              <a:t> </a:t>
            </a:r>
            <a:r>
              <a:rPr lang="ru-RU" dirty="0"/>
              <a:t>в тренировочной выборке присутствуют пропуски в данных. </a:t>
            </a:r>
            <a:r>
              <a:rPr lang="ru-RU" b="1" dirty="0"/>
              <a:t>Решение</a:t>
            </a:r>
            <a:r>
              <a:rPr lang="ru-RU" dirty="0"/>
              <a:t>: заполнение медианой (см. сл. 8)</a:t>
            </a:r>
          </a:p>
        </p:txBody>
      </p:sp>
      <p:sp>
        <p:nvSpPr>
          <p:cNvPr id="22" name="Текст 21">
            <a:extLst>
              <a:ext uri="{FF2B5EF4-FFF2-40B4-BE49-F238E27FC236}">
                <a16:creationId xmlns:a16="http://schemas.microsoft.com/office/drawing/2014/main" id="{9847E8E3-B3D4-4F27-905F-85EFB63081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36373" y="3427851"/>
            <a:ext cx="3180123" cy="770217"/>
          </a:xfrm>
        </p:spPr>
        <p:txBody>
          <a:bodyPr/>
          <a:lstStyle/>
          <a:p>
            <a:r>
              <a:rPr lang="ru-RU" dirty="0" err="1"/>
              <a:t>Подписаны_документы</a:t>
            </a:r>
            <a:r>
              <a:rPr lang="ru-RU" dirty="0"/>
              <a:t> исключается из-за отсутствия данных в тестовой выборке</a:t>
            </a:r>
          </a:p>
          <a:p>
            <a:endParaRPr lang="ru-RU" dirty="0"/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69CB1336-0F46-473D-A621-0CED29008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5751"/>
            <a:ext cx="10515600" cy="1089529"/>
          </a:xfrm>
        </p:spPr>
        <p:txBody>
          <a:bodyPr/>
          <a:lstStyle/>
          <a:p>
            <a:r>
              <a:rPr lang="en-US" dirty="0"/>
              <a:t>EDA</a:t>
            </a:r>
            <a:br>
              <a:rPr lang="ru-RU" dirty="0"/>
            </a:br>
            <a:r>
              <a:rPr lang="ru-RU" dirty="0"/>
              <a:t>Пропуски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5D08E11B-41A9-4CFD-821F-01C25F52CD6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905" y="1685236"/>
            <a:ext cx="949151" cy="94648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8D56722-6DCC-43DF-8A5F-684D025CF8ED}"/>
              </a:ext>
            </a:extLst>
          </p:cNvPr>
          <p:cNvSpPr txBox="1"/>
          <p:nvPr/>
        </p:nvSpPr>
        <p:spPr>
          <a:xfrm>
            <a:off x="869650" y="1835312"/>
            <a:ext cx="513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chemeClr val="bg1"/>
                </a:solidFill>
                <a:latin typeface="+mj-lt"/>
              </a:rPr>
              <a:t>1</a:t>
            </a:r>
            <a:endParaRPr lang="ru-RU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704924BB-DCE7-4CE5-8243-6DA98E5B99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905" y="3431379"/>
            <a:ext cx="949151" cy="94648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640C2125-922C-4400-844E-140E773B278F}"/>
              </a:ext>
            </a:extLst>
          </p:cNvPr>
          <p:cNvSpPr txBox="1"/>
          <p:nvPr/>
        </p:nvSpPr>
        <p:spPr>
          <a:xfrm>
            <a:off x="869650" y="3581455"/>
            <a:ext cx="513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chemeClr val="bg1"/>
                </a:solidFill>
                <a:latin typeface="+mj-lt"/>
              </a:rPr>
              <a:t>2</a:t>
            </a:r>
            <a:endParaRPr lang="ru-RU" dirty="0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49" name="Таблица 48">
            <a:extLst>
              <a:ext uri="{FF2B5EF4-FFF2-40B4-BE49-F238E27FC236}">
                <a16:creationId xmlns:a16="http://schemas.microsoft.com/office/drawing/2014/main" id="{D40BC5BD-564D-491A-8341-133062793D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1969024"/>
              </p:ext>
            </p:extLst>
          </p:nvPr>
        </p:nvGraphicFramePr>
        <p:xfrm>
          <a:off x="6511341" y="1676455"/>
          <a:ext cx="3431651" cy="381000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913501">
                  <a:extLst>
                    <a:ext uri="{9D8B030D-6E8A-4147-A177-3AD203B41FA5}">
                      <a16:colId xmlns:a16="http://schemas.microsoft.com/office/drawing/2014/main" val="3237041133"/>
                    </a:ext>
                  </a:extLst>
                </a:gridCol>
                <a:gridCol w="759075">
                  <a:extLst>
                    <a:ext uri="{9D8B030D-6E8A-4147-A177-3AD203B41FA5}">
                      <a16:colId xmlns:a16="http://schemas.microsoft.com/office/drawing/2014/main" val="732140418"/>
                    </a:ext>
                  </a:extLst>
                </a:gridCol>
                <a:gridCol w="759075">
                  <a:extLst>
                    <a:ext uri="{9D8B030D-6E8A-4147-A177-3AD203B41FA5}">
                      <a16:colId xmlns:a16="http://schemas.microsoft.com/office/drawing/2014/main" val="385356304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Train set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Test set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36820768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t"/>
                      <a:r>
                        <a:rPr lang="ru-RU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Год_рождения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6712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2488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5222578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t"/>
                      <a:r>
                        <a:rPr lang="ru-RU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Подписаны_документы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6716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6327972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t"/>
                      <a:r>
                        <a:rPr lang="ru-RU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ОпытВДолжности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6689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2488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2184583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t"/>
                      <a:r>
                        <a:rPr lang="ru-RU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Активность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6698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2488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351472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t"/>
                      <a:r>
                        <a:rPr lang="ru-RU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Возраст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6671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2488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7401806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t"/>
                      <a:r>
                        <a:rPr lang="ru-RU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Оценка_</a:t>
                      </a:r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HR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6695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2488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2321551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t"/>
                      <a:r>
                        <a:rPr lang="ru-RU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УровеньОплаты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6678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2488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927608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t"/>
                      <a:r>
                        <a:rPr lang="ru-RU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Офлайн_участие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6698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2488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408209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t"/>
                      <a:r>
                        <a:rPr lang="ru-RU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Телефон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8357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2488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1503528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t"/>
                      <a:r>
                        <a:rPr lang="ru-RU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Закрытые_проекты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6719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2488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7560872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t"/>
                      <a:r>
                        <a:rPr lang="ru-RU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ГодНайма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6697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2488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302414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t"/>
                      <a:r>
                        <a:rPr lang="ru-RU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Курсы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6671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2488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1494528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t"/>
                      <a:r>
                        <a:rPr lang="ru-RU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Пол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6671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2488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0186479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t"/>
                      <a:r>
                        <a:rPr lang="ru-RU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БылПростой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6710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2488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92278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t"/>
                      <a:r>
                        <a:rPr lang="ru-RU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Знак_зодиака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6670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2488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421611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t"/>
                      <a:r>
                        <a:rPr lang="ru-RU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Образование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6677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2488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7735012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t"/>
                      <a:r>
                        <a:rPr lang="ru-RU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Город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6662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2488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9478736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t"/>
                      <a:r>
                        <a:rPr lang="ru-RU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Размер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6709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2488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63929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t"/>
                      <a:r>
                        <a:rPr lang="ru-RU" sz="1200" b="1" u="none" strike="noStrike">
                          <a:solidFill>
                            <a:srgbClr val="000000"/>
                          </a:solidFill>
                          <a:effectLst/>
                        </a:rPr>
                        <a:t>Увольнение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8357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86609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0502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2471125-C83F-4B3D-80B0-FE527D53A5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00" y="1702393"/>
            <a:ext cx="5402802" cy="3890962"/>
          </a:xfrm>
        </p:spPr>
        <p:txBody>
          <a:bodyPr/>
          <a:lstStyle/>
          <a:p>
            <a:r>
              <a:rPr lang="ru-RU" dirty="0"/>
              <a:t>По всем числовым признакам выбросы отсутствуют, кроме </a:t>
            </a:r>
            <a:r>
              <a:rPr lang="ru-RU" dirty="0" err="1"/>
              <a:t>УровняОплаты</a:t>
            </a:r>
            <a:r>
              <a:rPr lang="ru-RU" dirty="0"/>
              <a:t>.</a:t>
            </a:r>
          </a:p>
          <a:p>
            <a:r>
              <a:rPr lang="ru-RU" dirty="0"/>
              <a:t>Итоговое решение включает в себя значения </a:t>
            </a:r>
            <a:r>
              <a:rPr lang="ru-RU" dirty="0" err="1"/>
              <a:t>УровняОплаты</a:t>
            </a:r>
            <a:r>
              <a:rPr lang="ru-RU" dirty="0"/>
              <a:t> ниже 3 для оставшихся в компании работников</a:t>
            </a:r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69CB1336-0F46-473D-A621-0CED29008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5751"/>
            <a:ext cx="5626100" cy="1089529"/>
          </a:xfrm>
        </p:spPr>
        <p:txBody>
          <a:bodyPr/>
          <a:lstStyle/>
          <a:p>
            <a:r>
              <a:rPr lang="en-US" dirty="0"/>
              <a:t>EDA</a:t>
            </a:r>
            <a:br>
              <a:rPr lang="en-US" dirty="0"/>
            </a:br>
            <a:r>
              <a:rPr lang="ru-RU" dirty="0"/>
              <a:t>Выбросы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F2F475-5474-4C27-9364-D2992DA79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9709" y="870520"/>
            <a:ext cx="5732291" cy="511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857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2471125-C83F-4B3D-80B0-FE527D53A5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00" y="1729025"/>
            <a:ext cx="5402802" cy="3890962"/>
          </a:xfrm>
        </p:spPr>
        <p:txBody>
          <a:bodyPr/>
          <a:lstStyle/>
          <a:p>
            <a:r>
              <a:rPr lang="ru-RU" dirty="0"/>
              <a:t>Построена матрица корреляций числовых признаков</a:t>
            </a:r>
          </a:p>
          <a:p>
            <a:r>
              <a:rPr lang="ru-RU" dirty="0" err="1"/>
              <a:t>Год_рождения</a:t>
            </a:r>
            <a:r>
              <a:rPr lang="ru-RU" dirty="0"/>
              <a:t> исключается в связи с сильной корреляцией с возрастом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822E0AC-24AB-42B5-AFB6-1173C4F591AD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6464300" y="898010"/>
            <a:ext cx="5727700" cy="5061980"/>
          </a:xfrm>
        </p:spPr>
      </p:pic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69CB1336-0F46-473D-A621-0CED29008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5751"/>
            <a:ext cx="5626100" cy="1089529"/>
          </a:xfrm>
        </p:spPr>
        <p:txBody>
          <a:bodyPr/>
          <a:lstStyle/>
          <a:p>
            <a:r>
              <a:rPr lang="en-US" dirty="0"/>
              <a:t>EDA</a:t>
            </a:r>
            <a:br>
              <a:rPr lang="en-US" dirty="0"/>
            </a:br>
            <a:r>
              <a:rPr lang="ru-RU" dirty="0"/>
              <a:t>Корреляции</a:t>
            </a:r>
          </a:p>
        </p:txBody>
      </p:sp>
    </p:spTree>
    <p:extLst>
      <p:ext uri="{BB962C8B-B14F-4D97-AF65-F5344CB8AC3E}">
        <p14:creationId xmlns:p14="http://schemas.microsoft.com/office/powerpoint/2010/main" val="2942276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2471125-C83F-4B3D-80B0-FE527D53A5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01" y="1933212"/>
            <a:ext cx="5411679" cy="3890962"/>
          </a:xfrm>
        </p:spPr>
        <p:txBody>
          <a:bodyPr/>
          <a:lstStyle/>
          <a:p>
            <a:r>
              <a:rPr lang="ru-RU" dirty="0"/>
              <a:t>Знаки Зодиака</a:t>
            </a:r>
            <a:r>
              <a:rPr lang="en-US" dirty="0"/>
              <a:t>, </a:t>
            </a:r>
            <a:r>
              <a:rPr lang="ru-RU" dirty="0"/>
              <a:t>Телефон, Размер одежды - не являются признаками оценки увольнения. </a:t>
            </a:r>
          </a:p>
          <a:p>
            <a:r>
              <a:rPr lang="ru-RU" dirty="0" err="1"/>
              <a:t>БылПростой</a:t>
            </a:r>
            <a:r>
              <a:rPr lang="ru-RU" dirty="0"/>
              <a:t> исключается ввиду низкий информативности</a:t>
            </a:r>
            <a:endParaRPr lang="en-US" dirty="0"/>
          </a:p>
          <a:p>
            <a:r>
              <a:rPr lang="ru-RU" dirty="0"/>
              <a:t>Числовые: '</a:t>
            </a:r>
            <a:r>
              <a:rPr lang="ru-RU" dirty="0" err="1"/>
              <a:t>ОпытВДолжности</a:t>
            </a:r>
            <a:r>
              <a:rPr lang="ru-RU" dirty="0"/>
              <a:t>', 'Активность', 'Возраст’,</a:t>
            </a:r>
            <a:r>
              <a:rPr lang="en-US" dirty="0"/>
              <a:t> </a:t>
            </a:r>
            <a:r>
              <a:rPr lang="ru-RU" dirty="0"/>
              <a:t>'</a:t>
            </a:r>
            <a:r>
              <a:rPr lang="ru-RU" dirty="0" err="1"/>
              <a:t>Оценка_HR</a:t>
            </a:r>
            <a:r>
              <a:rPr lang="ru-RU" dirty="0"/>
              <a:t>’,</a:t>
            </a:r>
            <a:r>
              <a:rPr lang="en-US" dirty="0"/>
              <a:t> </a:t>
            </a:r>
            <a:r>
              <a:rPr lang="ru-RU" dirty="0"/>
              <a:t>'</a:t>
            </a:r>
            <a:r>
              <a:rPr lang="ru-RU" dirty="0" err="1"/>
              <a:t>УровеньОплаты</a:t>
            </a:r>
            <a:r>
              <a:rPr lang="ru-RU" dirty="0"/>
              <a:t>’,</a:t>
            </a:r>
            <a:r>
              <a:rPr lang="en-US" dirty="0"/>
              <a:t> </a:t>
            </a:r>
            <a:r>
              <a:rPr lang="ru-RU" dirty="0"/>
              <a:t>'</a:t>
            </a:r>
            <a:r>
              <a:rPr lang="ru-RU" dirty="0" err="1"/>
              <a:t>Офлайн_участие</a:t>
            </a:r>
            <a:r>
              <a:rPr lang="ru-RU" dirty="0"/>
              <a:t>', '</a:t>
            </a:r>
            <a:r>
              <a:rPr lang="ru-RU" dirty="0" err="1"/>
              <a:t>Закрытые_проекты</a:t>
            </a:r>
            <a:r>
              <a:rPr lang="ru-RU" dirty="0"/>
              <a:t>’,</a:t>
            </a:r>
            <a:r>
              <a:rPr lang="en-US" dirty="0"/>
              <a:t> </a:t>
            </a:r>
            <a:r>
              <a:rPr lang="ru-RU" dirty="0"/>
              <a:t>'</a:t>
            </a:r>
            <a:r>
              <a:rPr lang="ru-RU" dirty="0" err="1"/>
              <a:t>ГодНайма</a:t>
            </a:r>
            <a:r>
              <a:rPr lang="ru-RU" dirty="0"/>
              <a:t>', 'Курсы'</a:t>
            </a:r>
          </a:p>
          <a:p>
            <a:r>
              <a:rPr lang="ru-RU" dirty="0"/>
              <a:t>Категориальные: 'Образование', 'Город’,</a:t>
            </a:r>
            <a:r>
              <a:rPr lang="en-US" dirty="0"/>
              <a:t> </a:t>
            </a:r>
            <a:r>
              <a:rPr lang="ru-RU" dirty="0"/>
              <a:t>'Пол'</a:t>
            </a:r>
          </a:p>
          <a:p>
            <a:endParaRPr lang="ru-RU" dirty="0"/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69CB1336-0F46-473D-A621-0CED29008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5751"/>
            <a:ext cx="5626100" cy="1089529"/>
          </a:xfrm>
        </p:spPr>
        <p:txBody>
          <a:bodyPr/>
          <a:lstStyle/>
          <a:p>
            <a:r>
              <a:rPr lang="en-US" dirty="0"/>
              <a:t>EDA</a:t>
            </a:r>
            <a:br>
              <a:rPr lang="en-US" dirty="0"/>
            </a:br>
            <a:r>
              <a:rPr lang="ru-RU" dirty="0"/>
              <a:t>Отбор признаков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F50913C-5705-468D-B6CA-8DB1F1005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300" y="495751"/>
            <a:ext cx="5626100" cy="562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925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2471125-C83F-4B3D-80B0-FE527D53A5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8675" y="1835557"/>
            <a:ext cx="5267325" cy="3890962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ru-RU" dirty="0"/>
              <a:t>Добавление бинарных признаков для пола, города и образования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Фильтр </a:t>
            </a:r>
            <a:r>
              <a:rPr lang="ru-RU" dirty="0" err="1"/>
              <a:t>df</a:t>
            </a:r>
            <a:r>
              <a:rPr lang="ru-RU" dirty="0"/>
              <a:t> по условиям: в каждой строке не больше 3 пропусков и отсутствие пропусков у признаков типа </a:t>
            </a:r>
            <a:r>
              <a:rPr lang="ru-RU" dirty="0" err="1"/>
              <a:t>object</a:t>
            </a:r>
            <a:endParaRPr lang="ru-RU" dirty="0"/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Сплит X, y в </a:t>
            </a:r>
            <a:r>
              <a:rPr lang="ru-RU" dirty="0" err="1"/>
              <a:t>соотношеннии</a:t>
            </a:r>
            <a:r>
              <a:rPr lang="ru-RU" dirty="0"/>
              <a:t> 70/30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Заполнение пропусков у числовых признаков медианной в зависимости от целевой переменной</a:t>
            </a:r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69CB1336-0F46-473D-A621-0CED29008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5751"/>
            <a:ext cx="5626100" cy="590931"/>
          </a:xfrm>
        </p:spPr>
        <p:txBody>
          <a:bodyPr/>
          <a:lstStyle/>
          <a:p>
            <a:r>
              <a:rPr lang="ru-RU" dirty="0"/>
              <a:t>Предобработка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141ECCB-3BE8-437A-8F87-07B32893E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300" y="1206391"/>
            <a:ext cx="5334000" cy="414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773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2471125-C83F-4B3D-80B0-FE527D53A5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9354" y="1585280"/>
            <a:ext cx="5143854" cy="3890962"/>
          </a:xfrm>
        </p:spPr>
        <p:txBody>
          <a:bodyPr/>
          <a:lstStyle/>
          <a:p>
            <a:r>
              <a:rPr lang="ru-RU" dirty="0"/>
              <a:t>Были построены три модели: Логистическая регрессия, случайный лес и </a:t>
            </a:r>
            <a:r>
              <a:rPr lang="ru-RU" dirty="0" err="1"/>
              <a:t>CatBoost</a:t>
            </a:r>
            <a:r>
              <a:rPr lang="ru-RU" dirty="0"/>
              <a:t>.</a:t>
            </a:r>
          </a:p>
          <a:p>
            <a:r>
              <a:rPr lang="ru-RU" dirty="0"/>
              <a:t>Регрессия показала самый низкий результат на </a:t>
            </a:r>
            <a:r>
              <a:rPr lang="ru-RU" dirty="0" err="1"/>
              <a:t>valid</a:t>
            </a:r>
            <a:r>
              <a:rPr lang="ru-RU" dirty="0"/>
              <a:t> </a:t>
            </a:r>
            <a:r>
              <a:rPr lang="ru-RU" dirty="0" err="1"/>
              <a:t>set</a:t>
            </a:r>
            <a:r>
              <a:rPr lang="ru-RU" dirty="0"/>
              <a:t> по ROC-AUC = 0.71.</a:t>
            </a:r>
          </a:p>
          <a:p>
            <a:r>
              <a:rPr lang="ru-RU" dirty="0" err="1"/>
              <a:t>RandomForest</a:t>
            </a:r>
            <a:r>
              <a:rPr lang="ru-RU" dirty="0"/>
              <a:t> (</a:t>
            </a:r>
            <a:r>
              <a:rPr lang="ru-RU" dirty="0" err="1"/>
              <a:t>max_depth</a:t>
            </a:r>
            <a:r>
              <a:rPr lang="ru-RU" dirty="0"/>
              <a:t> = 20, </a:t>
            </a:r>
            <a:r>
              <a:rPr lang="ru-RU" dirty="0" err="1"/>
              <a:t>n_estimators</a:t>
            </a:r>
            <a:r>
              <a:rPr lang="ru-RU" dirty="0"/>
              <a:t> = 300, </a:t>
            </a:r>
            <a:r>
              <a:rPr lang="ru-RU" dirty="0" err="1"/>
              <a:t>max_features</a:t>
            </a:r>
            <a:r>
              <a:rPr lang="ru-RU" dirty="0"/>
              <a:t> = 0.7) показал ROC-AUC = 0.958 на </a:t>
            </a:r>
            <a:r>
              <a:rPr lang="ru-RU" dirty="0" err="1"/>
              <a:t>valid</a:t>
            </a:r>
            <a:r>
              <a:rPr lang="ru-RU" dirty="0"/>
              <a:t> </a:t>
            </a:r>
            <a:r>
              <a:rPr lang="ru-RU" dirty="0" err="1"/>
              <a:t>set</a:t>
            </a:r>
            <a:r>
              <a:rPr lang="ru-RU" dirty="0"/>
              <a:t> и ROC-AUC = 0.92 на тестовой выборке. </a:t>
            </a:r>
          </a:p>
          <a:p>
            <a:r>
              <a:rPr lang="ru-RU" dirty="0" err="1"/>
              <a:t>CatBoost</a:t>
            </a:r>
            <a:r>
              <a:rPr lang="ru-RU" dirty="0"/>
              <a:t> (</a:t>
            </a:r>
            <a:r>
              <a:rPr lang="ru-RU" dirty="0" err="1"/>
              <a:t>max_depth</a:t>
            </a:r>
            <a:r>
              <a:rPr lang="ru-RU" dirty="0"/>
              <a:t> = 10, </a:t>
            </a:r>
            <a:r>
              <a:rPr lang="ru-RU" dirty="0" err="1"/>
              <a:t>n_estimators</a:t>
            </a:r>
            <a:r>
              <a:rPr lang="ru-RU" dirty="0"/>
              <a:t> = 100, </a:t>
            </a:r>
            <a:r>
              <a:rPr lang="ru-RU" dirty="0" err="1"/>
              <a:t>learning_rate</a:t>
            </a:r>
            <a:r>
              <a:rPr lang="ru-RU" dirty="0"/>
              <a:t> = 0.7) показал схожий результат с </a:t>
            </a:r>
            <a:r>
              <a:rPr lang="ru-RU" dirty="0" err="1"/>
              <a:t>RandomForest</a:t>
            </a:r>
            <a:r>
              <a:rPr lang="ru-RU" dirty="0"/>
              <a:t> ROC-AUC = 0.960 на </a:t>
            </a:r>
            <a:r>
              <a:rPr lang="ru-RU" dirty="0" err="1"/>
              <a:t>valid</a:t>
            </a:r>
            <a:r>
              <a:rPr lang="ru-RU" dirty="0"/>
              <a:t> </a:t>
            </a:r>
            <a:r>
              <a:rPr lang="ru-RU" dirty="0" err="1"/>
              <a:t>set</a:t>
            </a:r>
            <a:r>
              <a:rPr lang="ru-RU" dirty="0"/>
              <a:t>.</a:t>
            </a:r>
          </a:p>
          <a:p>
            <a:r>
              <a:rPr lang="ru-RU" dirty="0"/>
              <a:t>Итоговое решение: </a:t>
            </a:r>
            <a:r>
              <a:rPr lang="en-US" dirty="0" err="1"/>
              <a:t>RandomForest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BAC2C98-1911-448E-A627-38BECFA06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4371" y="0"/>
            <a:ext cx="4239840" cy="309932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D522F08-8196-46FB-964C-7453DD3CC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371" y="3099327"/>
            <a:ext cx="4239840" cy="3359597"/>
          </a:xfrm>
          <a:prstGeom prst="rect">
            <a:avLst/>
          </a:prstGeom>
        </p:spPr>
      </p:pic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0B43EB37-94C2-4B5D-8B69-DF0848407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5751"/>
            <a:ext cx="5267325" cy="1089529"/>
          </a:xfrm>
        </p:spPr>
        <p:txBody>
          <a:bodyPr/>
          <a:lstStyle/>
          <a:p>
            <a:r>
              <a:rPr lang="ru-RU" dirty="0"/>
              <a:t>Построение</a:t>
            </a:r>
            <a:br>
              <a:rPr lang="ru-RU" dirty="0"/>
            </a:br>
            <a:r>
              <a:rPr lang="ru-RU" dirty="0"/>
              <a:t>моделей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3E5F334-E703-4164-B0B9-2D45A3DAA65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94" y="5788241"/>
            <a:ext cx="362460" cy="59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548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F33D28-03DC-4DA5-B7CB-7AF56E931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1085948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Красный и фиолетовый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Другая 2">
      <a:majorFont>
        <a:latin typeface="RF Dewi Expanded Black"/>
        <a:ea typeface=""/>
        <a:cs typeface=""/>
      </a:majorFont>
      <a:minorFont>
        <a:latin typeface="Roboto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17b855b-d436-4490-9d5a-52eeedd3f2d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5C37CD20725F9B4B95DDDD522A892CE1" ma:contentTypeVersion="15" ma:contentTypeDescription="Создание документа." ma:contentTypeScope="" ma:versionID="e370ef7782074ac47e4f0c613eebe409">
  <xsd:schema xmlns:xsd="http://www.w3.org/2001/XMLSchema" xmlns:xs="http://www.w3.org/2001/XMLSchema" xmlns:p="http://schemas.microsoft.com/office/2006/metadata/properties" xmlns:ns3="b17b855b-d436-4490-9d5a-52eeedd3f2dd" xmlns:ns4="e602f305-c3c8-4baf-9d09-124004b650bb" targetNamespace="http://schemas.microsoft.com/office/2006/metadata/properties" ma:root="true" ma:fieldsID="5a0d75981d7dc855376156c28782d655" ns3:_="" ns4:_="">
    <xsd:import namespace="b17b855b-d436-4490-9d5a-52eeedd3f2dd"/>
    <xsd:import namespace="e602f305-c3c8-4baf-9d09-124004b650b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LengthInSeconds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7b855b-d436-4490-9d5a-52eeedd3f2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02f305-c3c8-4baf-9d09-124004b650bb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Хэш подсказки о совместном доступе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35B7B8-894C-497C-B483-B16BD71490BC}">
  <ds:schemaRefs>
    <ds:schemaRef ds:uri="http://schemas.microsoft.com/office/2006/documentManagement/types"/>
    <ds:schemaRef ds:uri="e602f305-c3c8-4baf-9d09-124004b650bb"/>
    <ds:schemaRef ds:uri="http://purl.org/dc/elements/1.1/"/>
    <ds:schemaRef ds:uri="http://purl.org/dc/terms/"/>
    <ds:schemaRef ds:uri="b17b855b-d436-4490-9d5a-52eeedd3f2dd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3B55BE5-14AA-43C9-8245-6E4DB0E9BA3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26C36A-C852-46CC-BF5D-842485DF7D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17b855b-d436-4490-9d5a-52eeedd3f2dd"/>
    <ds:schemaRef ds:uri="e602f305-c3c8-4baf-9d09-124004b650b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11251</TotalTime>
  <Words>382</Words>
  <Application>Microsoft Office PowerPoint</Application>
  <PresentationFormat>Широкоэкранный</PresentationFormat>
  <Paragraphs>95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Calibri</vt:lpstr>
      <vt:lpstr>Roboto</vt:lpstr>
      <vt:lpstr>Arial</vt:lpstr>
      <vt:lpstr>RF Dewi Expanded Black</vt:lpstr>
      <vt:lpstr>Тема Office</vt:lpstr>
      <vt:lpstr>Предсказание увольнения сотрудников</vt:lpstr>
      <vt:lpstr>Что будет</vt:lpstr>
      <vt:lpstr>EDA Пропуски</vt:lpstr>
      <vt:lpstr>EDA Выбросы</vt:lpstr>
      <vt:lpstr>EDA Корреляции</vt:lpstr>
      <vt:lpstr>EDA Отбор признаков</vt:lpstr>
      <vt:lpstr>Предобработка</vt:lpstr>
      <vt:lpstr>Построение моделей</vt:lpstr>
      <vt:lpstr>Спасибо за внимание!</vt:lpstr>
    </vt:vector>
  </TitlesOfParts>
  <Company>ГК ЦФТ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 1 уровня</dc:title>
  <dc:creator>CFTUser</dc:creator>
  <cp:lastModifiedBy>Андрей Дутов</cp:lastModifiedBy>
  <cp:revision>411</cp:revision>
  <dcterms:created xsi:type="dcterms:W3CDTF">2021-01-14T09:51:34Z</dcterms:created>
  <dcterms:modified xsi:type="dcterms:W3CDTF">2026-01-31T03:42:45Z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0x0101005C37CD20725F9B4B95DDDD522A892CE1</vt:lpwstr>
  </property>
</Properties>
</file>